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5" r:id="rId2"/>
    <p:sldId id="266" r:id="rId3"/>
    <p:sldId id="258" r:id="rId4"/>
    <p:sldId id="256" r:id="rId5"/>
    <p:sldId id="257" r:id="rId6"/>
    <p:sldId id="267" r:id="rId7"/>
    <p:sldId id="268" r:id="rId8"/>
    <p:sldId id="269" r:id="rId9"/>
    <p:sldId id="259" r:id="rId10"/>
    <p:sldId id="260" r:id="rId11"/>
    <p:sldId id="261" r:id="rId12"/>
    <p:sldId id="262" r:id="rId13"/>
    <p:sldId id="26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909" autoAdjust="0"/>
  </p:normalViewPr>
  <p:slideViewPr>
    <p:cSldViewPr snapToGrid="0" snapToObjects="1">
      <p:cViewPr varScale="1">
        <p:scale>
          <a:sx n="62" d="100"/>
          <a:sy n="62" d="100"/>
        </p:scale>
        <p:origin x="3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ish Rai" userId="36278c1a3f19a549" providerId="LiveId" clId="{39EDFADA-D64F-44D3-A8B0-644E104F6E28}"/>
    <pc:docChg chg="custSel modSld">
      <pc:chgData name="Satish Rai" userId="36278c1a3f19a549" providerId="LiveId" clId="{39EDFADA-D64F-44D3-A8B0-644E104F6E28}" dt="2026-09-23T17:08:58.735" v="96" actId="14100"/>
      <pc:docMkLst>
        <pc:docMk/>
      </pc:docMkLst>
      <pc:sldChg chg="modSp mod">
        <pc:chgData name="Satish Rai" userId="36278c1a3f19a549" providerId="LiveId" clId="{39EDFADA-D64F-44D3-A8B0-644E104F6E28}" dt="2026-09-23T17:08:58.735" v="96" actId="14100"/>
        <pc:sldMkLst>
          <pc:docMk/>
          <pc:sldMk cId="0" sldId="256"/>
        </pc:sldMkLst>
        <pc:spChg chg="mod">
          <ac:chgData name="Satish Rai" userId="36278c1a3f19a549" providerId="LiveId" clId="{39EDFADA-D64F-44D3-A8B0-644E104F6E28}" dt="2026-09-23T17:08:58.735" v="96" actId="14100"/>
          <ac:spMkLst>
            <pc:docMk/>
            <pc:sldMk cId="0" sldId="256"/>
            <ac:spMk id="6" creationId="{53BA705A-7B32-E068-9885-A26C7359C7DA}"/>
          </ac:spMkLst>
        </pc:spChg>
      </pc:sldChg>
      <pc:sldChg chg="modSp mod">
        <pc:chgData name="Satish Rai" userId="36278c1a3f19a549" providerId="LiveId" clId="{39EDFADA-D64F-44D3-A8B0-644E104F6E28}" dt="2026-09-23T16:54:53.326" v="0" actId="20577"/>
        <pc:sldMkLst>
          <pc:docMk/>
          <pc:sldMk cId="1326040426" sldId="265"/>
        </pc:sldMkLst>
        <pc:spChg chg="mod">
          <ac:chgData name="Satish Rai" userId="36278c1a3f19a549" providerId="LiveId" clId="{39EDFADA-D64F-44D3-A8B0-644E104F6E28}" dt="2026-09-23T16:54:53.326" v="0" actId="20577"/>
          <ac:spMkLst>
            <pc:docMk/>
            <pc:sldMk cId="1326040426" sldId="265"/>
            <ac:spMk id="4" creationId="{0E2E8E19-17DF-E87C-9FA5-1588A9694949}"/>
          </ac:spMkLst>
        </pc:spChg>
      </pc:sldChg>
      <pc:sldChg chg="modSp mod">
        <pc:chgData name="Satish Rai" userId="36278c1a3f19a549" providerId="LiveId" clId="{39EDFADA-D64F-44D3-A8B0-644E104F6E28}" dt="2026-09-23T17:03:23.396" v="95" actId="14100"/>
        <pc:sldMkLst>
          <pc:docMk/>
          <pc:sldMk cId="2230826531" sldId="266"/>
        </pc:sldMkLst>
        <pc:spChg chg="mod">
          <ac:chgData name="Satish Rai" userId="36278c1a3f19a549" providerId="LiveId" clId="{39EDFADA-D64F-44D3-A8B0-644E104F6E28}" dt="2026-09-23T17:03:23.396" v="95" actId="14100"/>
          <ac:spMkLst>
            <pc:docMk/>
            <pc:sldMk cId="2230826531" sldId="266"/>
            <ac:spMk id="3" creationId="{25BF7D50-A3CA-F301-CCBC-90A746769BF0}"/>
          </ac:spMkLst>
        </pc:spChg>
        <pc:spChg chg="mod">
          <ac:chgData name="Satish Rai" userId="36278c1a3f19a549" providerId="LiveId" clId="{39EDFADA-D64F-44D3-A8B0-644E104F6E28}" dt="2026-09-23T16:58:45.812" v="58" actId="20577"/>
          <ac:spMkLst>
            <pc:docMk/>
            <pc:sldMk cId="2230826531" sldId="266"/>
            <ac:spMk id="4" creationId="{634289A7-B6A3-0E96-D2D8-B5116849461F}"/>
          </ac:spMkLst>
        </pc:spChg>
      </pc:sldChg>
    </pc:docChg>
  </pc:docChgLst>
  <pc:docChgLst>
    <pc:chgData name="Padam Sharma" userId="e775ba27198b4af2" providerId="LiveId" clId="{260CCAF2-7DE6-4477-A121-F9E6C6C3C701}"/>
    <pc:docChg chg="undo custSel addSld delSld modSld sldOrd modMainMaster">
      <pc:chgData name="Padam Sharma" userId="e775ba27198b4af2" providerId="LiveId" clId="{260CCAF2-7DE6-4477-A121-F9E6C6C3C701}" dt="2026-09-18T09:18:53.698" v="2935" actId="207"/>
      <pc:docMkLst>
        <pc:docMk/>
      </pc:docMkLst>
      <pc:sldChg chg="addSp delSp modSp mod ord setBg">
        <pc:chgData name="Padam Sharma" userId="e775ba27198b4af2" providerId="LiveId" clId="{260CCAF2-7DE6-4477-A121-F9E6C6C3C701}" dt="2026-09-18T07:20:46.946" v="1993"/>
        <pc:sldMkLst>
          <pc:docMk/>
          <pc:sldMk cId="0" sldId="256"/>
        </pc:sldMkLst>
        <pc:spChg chg="mod">
          <ac:chgData name="Padam Sharma" userId="e775ba27198b4af2" providerId="LiveId" clId="{260CCAF2-7DE6-4477-A121-F9E6C6C3C701}" dt="2026-09-18T07:16:45.936" v="1982" actId="6549"/>
          <ac:spMkLst>
            <pc:docMk/>
            <pc:sldMk cId="0" sldId="256"/>
            <ac:spMk id="2" creationId="{00000000-0000-0000-0000-000000000000}"/>
          </ac:spMkLst>
        </pc:spChg>
        <pc:spChg chg="add mod">
          <ac:chgData name="Padam Sharma" userId="e775ba27198b4af2" providerId="LiveId" clId="{260CCAF2-7DE6-4477-A121-F9E6C6C3C701}" dt="2026-09-18T07:17:56.706" v="1990" actId="1076"/>
          <ac:spMkLst>
            <pc:docMk/>
            <pc:sldMk cId="0" sldId="256"/>
            <ac:spMk id="4" creationId="{DF87A882-76AB-A101-5B4D-EF1284F3D1C3}"/>
          </ac:spMkLst>
        </pc:spChg>
        <pc:spChg chg="add mod">
          <ac:chgData name="Padam Sharma" userId="e775ba27198b4af2" providerId="LiveId" clId="{260CCAF2-7DE6-4477-A121-F9E6C6C3C701}" dt="2026-09-18T07:17:30.496" v="1984" actId="2710"/>
          <ac:spMkLst>
            <pc:docMk/>
            <pc:sldMk cId="0" sldId="256"/>
            <ac:spMk id="6" creationId="{53BA705A-7B32-E068-9885-A26C7359C7DA}"/>
          </ac:spMkLst>
        </pc:spChg>
        <pc:spChg chg="add mod">
          <ac:chgData name="Padam Sharma" userId="e775ba27198b4af2" providerId="LiveId" clId="{260CCAF2-7DE6-4477-A121-F9E6C6C3C701}" dt="2026-09-18T07:18:15.119" v="1991" actId="1076"/>
          <ac:spMkLst>
            <pc:docMk/>
            <pc:sldMk cId="0" sldId="256"/>
            <ac:spMk id="7" creationId="{1DBF6B8F-8C62-37B3-BFC5-86B8084EC5F2}"/>
          </ac:spMkLst>
        </pc:spChg>
      </pc:sldChg>
      <pc:sldChg chg="addSp modSp mod setBg">
        <pc:chgData name="Padam Sharma" userId="e775ba27198b4af2" providerId="LiveId" clId="{260CCAF2-7DE6-4477-A121-F9E6C6C3C701}" dt="2026-09-18T07:20:46.946" v="1993"/>
        <pc:sldMkLst>
          <pc:docMk/>
          <pc:sldMk cId="0" sldId="257"/>
        </pc:sldMkLst>
        <pc:spChg chg="mod">
          <ac:chgData name="Padam Sharma" userId="e775ba27198b4af2" providerId="LiveId" clId="{260CCAF2-7DE6-4477-A121-F9E6C6C3C701}" dt="2026-09-14T11:12:22.815" v="192" actId="207"/>
          <ac:spMkLst>
            <pc:docMk/>
            <pc:sldMk cId="0" sldId="257"/>
            <ac:spMk id="2" creationId="{00000000-0000-0000-0000-000000000000}"/>
          </ac:spMkLst>
        </pc:spChg>
        <pc:spChg chg="mod">
          <ac:chgData name="Padam Sharma" userId="e775ba27198b4af2" providerId="LiveId" clId="{260CCAF2-7DE6-4477-A121-F9E6C6C3C701}" dt="2026-09-14T11:09:36.246" v="172" actId="20577"/>
          <ac:spMkLst>
            <pc:docMk/>
            <pc:sldMk cId="0" sldId="257"/>
            <ac:spMk id="4" creationId="{00000000-0000-0000-0000-000000000000}"/>
          </ac:spMkLst>
        </pc:spChg>
        <pc:spChg chg="add mod">
          <ac:chgData name="Padam Sharma" userId="e775ba27198b4af2" providerId="LiveId" clId="{260CCAF2-7DE6-4477-A121-F9E6C6C3C701}" dt="2026-09-15T12:02:33.685" v="1592" actId="1076"/>
          <ac:spMkLst>
            <pc:docMk/>
            <pc:sldMk cId="0" sldId="257"/>
            <ac:spMk id="7" creationId="{08181BCD-C5E9-A82A-9039-03396EB7AAF4}"/>
          </ac:spMkLst>
        </pc:spChg>
        <pc:picChg chg="add mod ord">
          <ac:chgData name="Padam Sharma" userId="e775ba27198b4af2" providerId="LiveId" clId="{260CCAF2-7DE6-4477-A121-F9E6C6C3C701}" dt="2026-09-15T12:02:09.993" v="1588" actId="1076"/>
          <ac:picMkLst>
            <pc:docMk/>
            <pc:sldMk cId="0" sldId="257"/>
            <ac:picMk id="6" creationId="{F01D13B8-6B36-5C8F-4FDB-98FC6FCDC230}"/>
          </ac:picMkLst>
        </pc:picChg>
        <pc:picChg chg="add mod">
          <ac:chgData name="Padam Sharma" userId="e775ba27198b4af2" providerId="LiveId" clId="{260CCAF2-7DE6-4477-A121-F9E6C6C3C701}" dt="2026-09-15T12:02:11.685" v="1589" actId="1076"/>
          <ac:picMkLst>
            <pc:docMk/>
            <pc:sldMk cId="0" sldId="257"/>
            <ac:picMk id="8" creationId="{C22BFEF7-1D94-8B0E-EFB8-B31A9C1E74C8}"/>
          </ac:picMkLst>
        </pc:picChg>
        <pc:picChg chg="add mod">
          <ac:chgData name="Padam Sharma" userId="e775ba27198b4af2" providerId="LiveId" clId="{260CCAF2-7DE6-4477-A121-F9E6C6C3C701}" dt="2026-09-15T12:02:13.609" v="1590" actId="1076"/>
          <ac:picMkLst>
            <pc:docMk/>
            <pc:sldMk cId="0" sldId="257"/>
            <ac:picMk id="10" creationId="{11BC1EC8-1FE9-472D-D5B3-80F93D590DD7}"/>
          </ac:picMkLst>
        </pc:picChg>
      </pc:sldChg>
      <pc:sldChg chg="addSp delSp modSp mod ord setBg">
        <pc:chgData name="Padam Sharma" userId="e775ba27198b4af2" providerId="LiveId" clId="{260CCAF2-7DE6-4477-A121-F9E6C6C3C701}" dt="2026-09-18T08:34:22.256" v="2722" actId="207"/>
        <pc:sldMkLst>
          <pc:docMk/>
          <pc:sldMk cId="0" sldId="258"/>
        </pc:sldMkLst>
        <pc:spChg chg="add mod">
          <ac:chgData name="Padam Sharma" userId="e775ba27198b4af2" providerId="LiveId" clId="{260CCAF2-7DE6-4477-A121-F9E6C6C3C701}" dt="2026-09-18T08:18:40.733" v="2670" actId="1076"/>
          <ac:spMkLst>
            <pc:docMk/>
            <pc:sldMk cId="0" sldId="258"/>
            <ac:spMk id="3" creationId="{B86F171C-786C-56C9-DB54-B2B6520D0F90}"/>
          </ac:spMkLst>
        </pc:spChg>
        <pc:spChg chg="add mod">
          <ac:chgData name="Padam Sharma" userId="e775ba27198b4af2" providerId="LiveId" clId="{260CCAF2-7DE6-4477-A121-F9E6C6C3C701}" dt="2026-09-18T08:34:22.256" v="2722" actId="207"/>
          <ac:spMkLst>
            <pc:docMk/>
            <pc:sldMk cId="0" sldId="258"/>
            <ac:spMk id="6" creationId="{16DFD6BD-949F-733B-8036-BF6E8FB6A485}"/>
          </ac:spMkLst>
        </pc:spChg>
        <pc:spChg chg="add">
          <ac:chgData name="Padam Sharma" userId="e775ba27198b4af2" providerId="LiveId" clId="{260CCAF2-7DE6-4477-A121-F9E6C6C3C701}" dt="2026-09-18T08:19:54.992" v="2677" actId="22"/>
          <ac:spMkLst>
            <pc:docMk/>
            <pc:sldMk cId="0" sldId="258"/>
            <ac:spMk id="8" creationId="{ACF06200-8AD2-0495-642F-8DC09EEE6CBB}"/>
          </ac:spMkLst>
        </pc:spChg>
        <pc:spChg chg="add mod">
          <ac:chgData name="Padam Sharma" userId="e775ba27198b4af2" providerId="LiveId" clId="{260CCAF2-7DE6-4477-A121-F9E6C6C3C701}" dt="2026-09-18T08:33:03.937" v="2713" actId="207"/>
          <ac:spMkLst>
            <pc:docMk/>
            <pc:sldMk cId="0" sldId="258"/>
            <ac:spMk id="12" creationId="{4290BD43-4CD2-60DD-CDF4-355CFF49A6DD}"/>
          </ac:spMkLst>
        </pc:spChg>
        <pc:picChg chg="add mod">
          <ac:chgData name="Padam Sharma" userId="e775ba27198b4af2" providerId="LiveId" clId="{260CCAF2-7DE6-4477-A121-F9E6C6C3C701}" dt="2026-09-18T08:34:05.575" v="2720" actId="14100"/>
          <ac:picMkLst>
            <pc:docMk/>
            <pc:sldMk cId="0" sldId="258"/>
            <ac:picMk id="10" creationId="{396CF12C-8ECA-BE51-A6D7-15926C28B21C}"/>
          </ac:picMkLst>
        </pc:picChg>
      </pc:sldChg>
      <pc:sldChg chg="addSp delSp modSp mod setBg">
        <pc:chgData name="Padam Sharma" userId="e775ba27198b4af2" providerId="LiveId" clId="{260CCAF2-7DE6-4477-A121-F9E6C6C3C701}" dt="2026-09-18T07:20:46.946" v="1993"/>
        <pc:sldMkLst>
          <pc:docMk/>
          <pc:sldMk cId="0" sldId="259"/>
        </pc:sldMkLst>
        <pc:spChg chg="mod">
          <ac:chgData name="Padam Sharma" userId="e775ba27198b4af2" providerId="LiveId" clId="{260CCAF2-7DE6-4477-A121-F9E6C6C3C701}" dt="2026-09-15T11:26:03.045" v="1013" actId="1076"/>
          <ac:spMkLst>
            <pc:docMk/>
            <pc:sldMk cId="0" sldId="259"/>
            <ac:spMk id="2" creationId="{00000000-0000-0000-0000-000000000000}"/>
          </ac:spMkLst>
        </pc:spChg>
        <pc:spChg chg="mod">
          <ac:chgData name="Padam Sharma" userId="e775ba27198b4af2" providerId="LiveId" clId="{260CCAF2-7DE6-4477-A121-F9E6C6C3C701}" dt="2026-09-15T12:43:29.121" v="1847" actId="313"/>
          <ac:spMkLst>
            <pc:docMk/>
            <pc:sldMk cId="0" sldId="259"/>
            <ac:spMk id="3" creationId="{00000000-0000-0000-0000-000000000000}"/>
          </ac:spMkLst>
        </pc:spChg>
        <pc:spChg chg="add mod">
          <ac:chgData name="Padam Sharma" userId="e775ba27198b4af2" providerId="LiveId" clId="{260CCAF2-7DE6-4477-A121-F9E6C6C3C701}" dt="2026-09-15T12:04:25.582" v="1599" actId="14100"/>
          <ac:spMkLst>
            <pc:docMk/>
            <pc:sldMk cId="0" sldId="259"/>
            <ac:spMk id="5" creationId="{120BB8E9-F1ED-C455-58B8-BAAE437F5CF1}"/>
          </ac:spMkLst>
        </pc:spChg>
        <pc:picChg chg="add mod">
          <ac:chgData name="Padam Sharma" userId="e775ba27198b4af2" providerId="LiveId" clId="{260CCAF2-7DE6-4477-A121-F9E6C6C3C701}" dt="2026-09-15T11:26:29.833" v="1014" actId="13822"/>
          <ac:picMkLst>
            <pc:docMk/>
            <pc:sldMk cId="0" sldId="259"/>
            <ac:picMk id="7" creationId="{1D97F9A9-028E-1F6C-DA6E-B944E79BF718}"/>
          </ac:picMkLst>
        </pc:picChg>
      </pc:sldChg>
      <pc:sldChg chg="addSp modSp mod ord setBg">
        <pc:chgData name="Padam Sharma" userId="e775ba27198b4af2" providerId="LiveId" clId="{260CCAF2-7DE6-4477-A121-F9E6C6C3C701}" dt="2026-09-18T08:16:54.556" v="2655" actId="20578"/>
        <pc:sldMkLst>
          <pc:docMk/>
          <pc:sldMk cId="0" sldId="260"/>
        </pc:sldMkLst>
        <pc:spChg chg="mod">
          <ac:chgData name="Padam Sharma" userId="e775ba27198b4af2" providerId="LiveId" clId="{260CCAF2-7DE6-4477-A121-F9E6C6C3C701}" dt="2026-09-15T11:34:08.302" v="1113" actId="14100"/>
          <ac:spMkLst>
            <pc:docMk/>
            <pc:sldMk cId="0" sldId="260"/>
            <ac:spMk id="2" creationId="{00000000-0000-0000-0000-000000000000}"/>
          </ac:spMkLst>
        </pc:spChg>
        <pc:spChg chg="mod">
          <ac:chgData name="Padam Sharma" userId="e775ba27198b4af2" providerId="LiveId" clId="{260CCAF2-7DE6-4477-A121-F9E6C6C3C701}" dt="2026-09-15T11:31:21.858" v="1040" actId="1076"/>
          <ac:spMkLst>
            <pc:docMk/>
            <pc:sldMk cId="0" sldId="260"/>
            <ac:spMk id="3" creationId="{00000000-0000-0000-0000-000000000000}"/>
          </ac:spMkLst>
        </pc:spChg>
        <pc:spChg chg="mod">
          <ac:chgData name="Padam Sharma" userId="e775ba27198b4af2" providerId="LiveId" clId="{260CCAF2-7DE6-4477-A121-F9E6C6C3C701}" dt="2026-09-15T11:31:30.421" v="1042" actId="1076"/>
          <ac:spMkLst>
            <pc:docMk/>
            <pc:sldMk cId="0" sldId="260"/>
            <ac:spMk id="4" creationId="{00000000-0000-0000-0000-000000000000}"/>
          </ac:spMkLst>
        </pc:spChg>
        <pc:spChg chg="mod">
          <ac:chgData name="Padam Sharma" userId="e775ba27198b4af2" providerId="LiveId" clId="{260CCAF2-7DE6-4477-A121-F9E6C6C3C701}" dt="2026-09-15T11:30:45.613" v="1034" actId="1076"/>
          <ac:spMkLst>
            <pc:docMk/>
            <pc:sldMk cId="0" sldId="260"/>
            <ac:spMk id="5" creationId="{00000000-0000-0000-0000-000000000000}"/>
          </ac:spMkLst>
        </pc:spChg>
        <pc:spChg chg="mod">
          <ac:chgData name="Padam Sharma" userId="e775ba27198b4af2" providerId="LiveId" clId="{260CCAF2-7DE6-4477-A121-F9E6C6C3C701}" dt="2026-09-15T11:31:27.483" v="1041" actId="1076"/>
          <ac:spMkLst>
            <pc:docMk/>
            <pc:sldMk cId="0" sldId="260"/>
            <ac:spMk id="6" creationId="{00000000-0000-0000-0000-000000000000}"/>
          </ac:spMkLst>
        </pc:spChg>
        <pc:spChg chg="add mod">
          <ac:chgData name="Padam Sharma" userId="e775ba27198b4af2" providerId="LiveId" clId="{260CCAF2-7DE6-4477-A121-F9E6C6C3C701}" dt="2026-09-15T11:33:46.032" v="1112" actId="313"/>
          <ac:spMkLst>
            <pc:docMk/>
            <pc:sldMk cId="0" sldId="260"/>
            <ac:spMk id="8" creationId="{8C6FB43D-DCB2-679F-F2A8-D7B86C3E76C5}"/>
          </ac:spMkLst>
        </pc:spChg>
      </pc:sldChg>
      <pc:sldChg chg="modSp mod setBg">
        <pc:chgData name="Padam Sharma" userId="e775ba27198b4af2" providerId="LiveId" clId="{260CCAF2-7DE6-4477-A121-F9E6C6C3C701}" dt="2026-09-18T07:20:46.946" v="1993"/>
        <pc:sldMkLst>
          <pc:docMk/>
          <pc:sldMk cId="0" sldId="261"/>
        </pc:sldMkLst>
        <pc:spChg chg="mod">
          <ac:chgData name="Padam Sharma" userId="e775ba27198b4af2" providerId="LiveId" clId="{260CCAF2-7DE6-4477-A121-F9E6C6C3C701}" dt="2026-09-15T11:34:32.244" v="1114" actId="1076"/>
          <ac:spMkLst>
            <pc:docMk/>
            <pc:sldMk cId="0" sldId="261"/>
            <ac:spMk id="3" creationId="{00000000-0000-0000-0000-000000000000}"/>
          </ac:spMkLst>
        </pc:spChg>
        <pc:spChg chg="mod">
          <ac:chgData name="Padam Sharma" userId="e775ba27198b4af2" providerId="LiveId" clId="{260CCAF2-7DE6-4477-A121-F9E6C6C3C701}" dt="2026-09-15T12:04:41.745" v="1601" actId="1076"/>
          <ac:spMkLst>
            <pc:docMk/>
            <pc:sldMk cId="0" sldId="261"/>
            <ac:spMk id="4" creationId="{00000000-0000-0000-0000-000000000000}"/>
          </ac:spMkLst>
        </pc:spChg>
      </pc:sldChg>
      <pc:sldChg chg="addSp delSp modSp mod setBg">
        <pc:chgData name="Padam Sharma" userId="e775ba27198b4af2" providerId="LiveId" clId="{260CCAF2-7DE6-4477-A121-F9E6C6C3C701}" dt="2026-09-18T08:48:29.052" v="2889" actId="207"/>
        <pc:sldMkLst>
          <pc:docMk/>
          <pc:sldMk cId="0" sldId="262"/>
        </pc:sldMkLst>
        <pc:spChg chg="mod">
          <ac:chgData name="Padam Sharma" userId="e775ba27198b4af2" providerId="LiveId" clId="{260CCAF2-7DE6-4477-A121-F9E6C6C3C701}" dt="2026-09-18T08:48:00.790" v="2884" actId="1076"/>
          <ac:spMkLst>
            <pc:docMk/>
            <pc:sldMk cId="0" sldId="262"/>
            <ac:spMk id="2" creationId="{00000000-0000-0000-0000-000000000000}"/>
          </ac:spMkLst>
        </pc:spChg>
        <pc:spChg chg="mod">
          <ac:chgData name="Padam Sharma" userId="e775ba27198b4af2" providerId="LiveId" clId="{260CCAF2-7DE6-4477-A121-F9E6C6C3C701}" dt="2026-09-18T08:48:29.052" v="2889" actId="207"/>
          <ac:spMkLst>
            <pc:docMk/>
            <pc:sldMk cId="0" sldId="262"/>
            <ac:spMk id="3" creationId="{00000000-0000-0000-0000-000000000000}"/>
          </ac:spMkLst>
        </pc:spChg>
        <pc:spChg chg="add mod">
          <ac:chgData name="Padam Sharma" userId="e775ba27198b4af2" providerId="LiveId" clId="{260CCAF2-7DE6-4477-A121-F9E6C6C3C701}" dt="2026-09-15T12:05:13.415" v="1603" actId="1076"/>
          <ac:spMkLst>
            <pc:docMk/>
            <pc:sldMk cId="0" sldId="262"/>
            <ac:spMk id="12" creationId="{E2CDE02E-0408-F9B5-6BFC-15E4DE6F064C}"/>
          </ac:spMkLst>
        </pc:spChg>
        <pc:picChg chg="add mod">
          <ac:chgData name="Padam Sharma" userId="e775ba27198b4af2" providerId="LiveId" clId="{260CCAF2-7DE6-4477-A121-F9E6C6C3C701}" dt="2026-09-15T11:59:00.123" v="1528" actId="1076"/>
          <ac:picMkLst>
            <pc:docMk/>
            <pc:sldMk cId="0" sldId="262"/>
            <ac:picMk id="9" creationId="{A46C6094-7366-5982-800E-6D365D264AAB}"/>
          </ac:picMkLst>
        </pc:picChg>
        <pc:picChg chg="add mod">
          <ac:chgData name="Padam Sharma" userId="e775ba27198b4af2" providerId="LiveId" clId="{260CCAF2-7DE6-4477-A121-F9E6C6C3C701}" dt="2026-09-15T11:58:52.457" v="1526" actId="1076"/>
          <ac:picMkLst>
            <pc:docMk/>
            <pc:sldMk cId="0" sldId="262"/>
            <ac:picMk id="10" creationId="{E93E2140-4400-F522-8ACA-DFA2F40330CC}"/>
          </ac:picMkLst>
        </pc:picChg>
      </pc:sldChg>
      <pc:sldChg chg="addSp delSp modSp mod setBg">
        <pc:chgData name="Padam Sharma" userId="e775ba27198b4af2" providerId="LiveId" clId="{260CCAF2-7DE6-4477-A121-F9E6C6C3C701}" dt="2026-09-18T09:18:53.698" v="2935" actId="207"/>
        <pc:sldMkLst>
          <pc:docMk/>
          <pc:sldMk cId="0" sldId="264"/>
        </pc:sldMkLst>
        <pc:spChg chg="add mod ord">
          <ac:chgData name="Padam Sharma" userId="e775ba27198b4af2" providerId="LiveId" clId="{260CCAF2-7DE6-4477-A121-F9E6C6C3C701}" dt="2026-09-18T09:18:00.674" v="2929" actId="1076"/>
          <ac:spMkLst>
            <pc:docMk/>
            <pc:sldMk cId="0" sldId="264"/>
            <ac:spMk id="9" creationId="{93110076-BB2F-C6C7-4CF8-5090DF59188F}"/>
          </ac:spMkLst>
        </pc:spChg>
        <pc:spChg chg="add mod">
          <ac:chgData name="Padam Sharma" userId="e775ba27198b4af2" providerId="LiveId" clId="{260CCAF2-7DE6-4477-A121-F9E6C6C3C701}" dt="2026-09-18T09:18:53.698" v="2935" actId="207"/>
          <ac:spMkLst>
            <pc:docMk/>
            <pc:sldMk cId="0" sldId="264"/>
            <ac:spMk id="12" creationId="{42FD8ADD-576C-7441-CEDB-07BDF11B8C06}"/>
          </ac:spMkLst>
        </pc:spChg>
        <pc:spChg chg="add mod">
          <ac:chgData name="Padam Sharma" userId="e775ba27198b4af2" providerId="LiveId" clId="{260CCAF2-7DE6-4477-A121-F9E6C6C3C701}" dt="2026-09-18T08:47:18.019" v="2867" actId="1076"/>
          <ac:spMkLst>
            <pc:docMk/>
            <pc:sldMk cId="0" sldId="264"/>
            <ac:spMk id="13" creationId="{383364D5-1D4E-6964-ADEC-050F2937C2C8}"/>
          </ac:spMkLst>
        </pc:spChg>
        <pc:picChg chg="add mod ord">
          <ac:chgData name="Padam Sharma" userId="e775ba27198b4af2" providerId="LiveId" clId="{260CCAF2-7DE6-4477-A121-F9E6C6C3C701}" dt="2026-09-18T09:18:02.760" v="2932" actId="1076"/>
          <ac:picMkLst>
            <pc:docMk/>
            <pc:sldMk cId="0" sldId="264"/>
            <ac:picMk id="5" creationId="{71C2978C-38CE-EBBF-1F00-2326BAC8D333}"/>
          </ac:picMkLst>
        </pc:picChg>
        <pc:picChg chg="add del mod">
          <ac:chgData name="Padam Sharma" userId="e775ba27198b4af2" providerId="LiveId" clId="{260CCAF2-7DE6-4477-A121-F9E6C6C3C701}" dt="2026-09-18T09:18:01.770" v="2931" actId="1076"/>
          <ac:picMkLst>
            <pc:docMk/>
            <pc:sldMk cId="0" sldId="264"/>
            <ac:picMk id="7" creationId="{D8DEE1F2-42AD-739E-2A2F-3FC32CEF334C}"/>
          </ac:picMkLst>
        </pc:picChg>
      </pc:sldChg>
      <pc:sldChg chg="addSp delSp modSp new mod setBg">
        <pc:chgData name="Padam Sharma" userId="e775ba27198b4af2" providerId="LiveId" clId="{260CCAF2-7DE6-4477-A121-F9E6C6C3C701}" dt="2026-09-18T07:22:10.865" v="2001" actId="20577"/>
        <pc:sldMkLst>
          <pc:docMk/>
          <pc:sldMk cId="1326040426" sldId="265"/>
        </pc:sldMkLst>
        <pc:spChg chg="add mod">
          <ac:chgData name="Padam Sharma" userId="e775ba27198b4af2" providerId="LiveId" clId="{260CCAF2-7DE6-4477-A121-F9E6C6C3C701}" dt="2026-09-18T05:44:21.785" v="1890" actId="14100"/>
          <ac:spMkLst>
            <pc:docMk/>
            <pc:sldMk cId="1326040426" sldId="265"/>
            <ac:spMk id="3" creationId="{1AE87DCE-AEF8-43F9-7E94-C3019435FCD8}"/>
          </ac:spMkLst>
        </pc:spChg>
        <pc:spChg chg="add mod">
          <ac:chgData name="Padam Sharma" userId="e775ba27198b4af2" providerId="LiveId" clId="{260CCAF2-7DE6-4477-A121-F9E6C6C3C701}" dt="2026-09-18T06:00:06.029" v="1955" actId="1076"/>
          <ac:spMkLst>
            <pc:docMk/>
            <pc:sldMk cId="1326040426" sldId="265"/>
            <ac:spMk id="4" creationId="{0E2E8E19-17DF-E87C-9FA5-1588A9694949}"/>
          </ac:spMkLst>
        </pc:spChg>
        <pc:spChg chg="add mod">
          <ac:chgData name="Padam Sharma" userId="e775ba27198b4af2" providerId="LiveId" clId="{260CCAF2-7DE6-4477-A121-F9E6C6C3C701}" dt="2026-09-15T10:44:09.877" v="764" actId="20577"/>
          <ac:spMkLst>
            <pc:docMk/>
            <pc:sldMk cId="1326040426" sldId="265"/>
            <ac:spMk id="7" creationId="{4CE7FF4F-54E8-E8B2-0333-4FD2E7556863}"/>
          </ac:spMkLst>
        </pc:spChg>
        <pc:spChg chg="add mod">
          <ac:chgData name="Padam Sharma" userId="e775ba27198b4af2" providerId="LiveId" clId="{260CCAF2-7DE6-4477-A121-F9E6C6C3C701}" dt="2026-09-18T07:22:10.865" v="2001" actId="20577"/>
          <ac:spMkLst>
            <pc:docMk/>
            <pc:sldMk cId="1326040426" sldId="265"/>
            <ac:spMk id="9" creationId="{5490DDBD-1E62-4473-56EE-0983E8C26A00}"/>
          </ac:spMkLst>
        </pc:spChg>
        <pc:spChg chg="add mod">
          <ac:chgData name="Padam Sharma" userId="e775ba27198b4af2" providerId="LiveId" clId="{260CCAF2-7DE6-4477-A121-F9E6C6C3C701}" dt="2026-09-18T05:43:14.580" v="1882" actId="1076"/>
          <ac:spMkLst>
            <pc:docMk/>
            <pc:sldMk cId="1326040426" sldId="265"/>
            <ac:spMk id="14" creationId="{CD668014-A071-7A0F-4E22-E8771260079F}"/>
          </ac:spMkLst>
        </pc:spChg>
        <pc:spChg chg="add mod">
          <ac:chgData name="Padam Sharma" userId="e775ba27198b4af2" providerId="LiveId" clId="{260CCAF2-7DE6-4477-A121-F9E6C6C3C701}" dt="2026-09-18T05:44:15.455" v="1889" actId="1076"/>
          <ac:spMkLst>
            <pc:docMk/>
            <pc:sldMk cId="1326040426" sldId="265"/>
            <ac:spMk id="18" creationId="{DA4FBD29-B0C4-60EE-EBC7-E8891E40B039}"/>
          </ac:spMkLst>
        </pc:spChg>
        <pc:spChg chg="add mod">
          <ac:chgData name="Padam Sharma" userId="e775ba27198b4af2" providerId="LiveId" clId="{260CCAF2-7DE6-4477-A121-F9E6C6C3C701}" dt="2026-09-18T05:58:48.567" v="1943" actId="1076"/>
          <ac:spMkLst>
            <pc:docMk/>
            <pc:sldMk cId="1326040426" sldId="265"/>
            <ac:spMk id="28" creationId="{AC0E597A-357C-B3ED-ED53-4030C292EE28}"/>
          </ac:spMkLst>
        </pc:spChg>
        <pc:picChg chg="add mod">
          <ac:chgData name="Padam Sharma" userId="e775ba27198b4af2" providerId="LiveId" clId="{260CCAF2-7DE6-4477-A121-F9E6C6C3C701}" dt="2026-09-18T05:59:44.812" v="1953" actId="14100"/>
          <ac:picMkLst>
            <pc:docMk/>
            <pc:sldMk cId="1326040426" sldId="265"/>
            <ac:picMk id="5" creationId="{A8FE076F-916E-D066-9DBE-972F630510DD}"/>
          </ac:picMkLst>
        </pc:picChg>
        <pc:picChg chg="add mod">
          <ac:chgData name="Padam Sharma" userId="e775ba27198b4af2" providerId="LiveId" clId="{260CCAF2-7DE6-4477-A121-F9E6C6C3C701}" dt="2026-09-18T05:43:26.822" v="1883" actId="1076"/>
          <ac:picMkLst>
            <pc:docMk/>
            <pc:sldMk cId="1326040426" sldId="265"/>
            <ac:picMk id="12" creationId="{3E6017FA-7935-A19E-B104-2B99E2D752B9}"/>
          </ac:picMkLst>
        </pc:picChg>
        <pc:picChg chg="add mod">
          <ac:chgData name="Padam Sharma" userId="e775ba27198b4af2" providerId="LiveId" clId="{260CCAF2-7DE6-4477-A121-F9E6C6C3C701}" dt="2026-09-18T05:44:03.013" v="1888" actId="14100"/>
          <ac:picMkLst>
            <pc:docMk/>
            <pc:sldMk cId="1326040426" sldId="265"/>
            <ac:picMk id="24" creationId="{A9FAFC08-B597-7564-3C12-080091F145E4}"/>
          </ac:picMkLst>
        </pc:picChg>
        <pc:picChg chg="add mod">
          <ac:chgData name="Padam Sharma" userId="e775ba27198b4af2" providerId="LiveId" clId="{260CCAF2-7DE6-4477-A121-F9E6C6C3C701}" dt="2026-09-18T05:43:56.255" v="1887" actId="1076"/>
          <ac:picMkLst>
            <pc:docMk/>
            <pc:sldMk cId="1326040426" sldId="265"/>
            <ac:picMk id="26" creationId="{90794D28-8B5C-7D85-E449-F292DCF13CDE}"/>
          </ac:picMkLst>
        </pc:picChg>
      </pc:sldChg>
      <pc:sldChg chg="delSp modSp add mod ord">
        <pc:chgData name="Padam Sharma" userId="e775ba27198b4af2" providerId="LiveId" clId="{260CCAF2-7DE6-4477-A121-F9E6C6C3C701}" dt="2026-09-18T08:17:18.601" v="2659"/>
        <pc:sldMkLst>
          <pc:docMk/>
          <pc:sldMk cId="2230826531" sldId="266"/>
        </pc:sldMkLst>
        <pc:spChg chg="mod">
          <ac:chgData name="Padam Sharma" userId="e775ba27198b4af2" providerId="LiveId" clId="{260CCAF2-7DE6-4477-A121-F9E6C6C3C701}" dt="2026-09-18T05:54:52.990" v="1917" actId="1076"/>
          <ac:spMkLst>
            <pc:docMk/>
            <pc:sldMk cId="2230826531" sldId="266"/>
            <ac:spMk id="3" creationId="{25BF7D50-A3CA-F301-CCBC-90A746769BF0}"/>
          </ac:spMkLst>
        </pc:spChg>
        <pc:spChg chg="mod">
          <ac:chgData name="Padam Sharma" userId="e775ba27198b4af2" providerId="LiveId" clId="{260CCAF2-7DE6-4477-A121-F9E6C6C3C701}" dt="2026-09-18T07:12:30.403" v="1961" actId="20577"/>
          <ac:spMkLst>
            <pc:docMk/>
            <pc:sldMk cId="2230826531" sldId="266"/>
            <ac:spMk id="4" creationId="{634289A7-B6A3-0E96-D2D8-B5116849461F}"/>
          </ac:spMkLst>
        </pc:spChg>
        <pc:spChg chg="mod">
          <ac:chgData name="Padam Sharma" userId="e775ba27198b4af2" providerId="LiveId" clId="{260CCAF2-7DE6-4477-A121-F9E6C6C3C701}" dt="2026-09-18T06:00:41.251" v="1958" actId="1076"/>
          <ac:spMkLst>
            <pc:docMk/>
            <pc:sldMk cId="2230826531" sldId="266"/>
            <ac:spMk id="14" creationId="{1731B44D-A61E-A680-6560-603271C96C5C}"/>
          </ac:spMkLst>
        </pc:spChg>
        <pc:spChg chg="mod">
          <ac:chgData name="Padam Sharma" userId="e775ba27198b4af2" providerId="LiveId" clId="{260CCAF2-7DE6-4477-A121-F9E6C6C3C701}" dt="2026-09-18T05:58:14.151" v="1940" actId="1076"/>
          <ac:spMkLst>
            <pc:docMk/>
            <pc:sldMk cId="2230826531" sldId="266"/>
            <ac:spMk id="28" creationId="{0D96D31B-5800-2385-7C91-06862ED85CE9}"/>
          </ac:spMkLst>
        </pc:spChg>
        <pc:picChg chg="mod">
          <ac:chgData name="Padam Sharma" userId="e775ba27198b4af2" providerId="LiveId" clId="{260CCAF2-7DE6-4477-A121-F9E6C6C3C701}" dt="2026-09-18T05:55:54.430" v="1923" actId="1076"/>
          <ac:picMkLst>
            <pc:docMk/>
            <pc:sldMk cId="2230826531" sldId="266"/>
            <ac:picMk id="5" creationId="{C6BAADDF-1A8D-69CD-8170-52E775F05E27}"/>
          </ac:picMkLst>
        </pc:picChg>
        <pc:picChg chg="mod">
          <ac:chgData name="Padam Sharma" userId="e775ba27198b4af2" providerId="LiveId" clId="{260CCAF2-7DE6-4477-A121-F9E6C6C3C701}" dt="2026-09-18T06:01:00.763" v="1960" actId="14100"/>
          <ac:picMkLst>
            <pc:docMk/>
            <pc:sldMk cId="2230826531" sldId="266"/>
            <ac:picMk id="12" creationId="{A6601980-1096-17D3-52A2-8F793185AFC2}"/>
          </ac:picMkLst>
        </pc:picChg>
      </pc:sldChg>
      <pc:sldChg chg="addSp delSp modSp add mod">
        <pc:chgData name="Padam Sharma" userId="e775ba27198b4af2" providerId="LiveId" clId="{260CCAF2-7DE6-4477-A121-F9E6C6C3C701}" dt="2026-09-18T07:27:20.410" v="2079" actId="208"/>
        <pc:sldMkLst>
          <pc:docMk/>
          <pc:sldMk cId="2578888093" sldId="267"/>
        </pc:sldMkLst>
        <pc:spChg chg="mod">
          <ac:chgData name="Padam Sharma" userId="e775ba27198b4af2" providerId="LiveId" clId="{260CCAF2-7DE6-4477-A121-F9E6C6C3C701}" dt="2026-09-18T07:25:11.727" v="2048" actId="20577"/>
          <ac:spMkLst>
            <pc:docMk/>
            <pc:sldMk cId="2578888093" sldId="267"/>
            <ac:spMk id="2" creationId="{C51E1249-2F95-D4B6-8929-DE03717DE34C}"/>
          </ac:spMkLst>
        </pc:spChg>
        <pc:spChg chg="mod">
          <ac:chgData name="Padam Sharma" userId="e775ba27198b4af2" providerId="LiveId" clId="{260CCAF2-7DE6-4477-A121-F9E6C6C3C701}" dt="2026-09-18T07:26:23.752" v="2073" actId="1076"/>
          <ac:spMkLst>
            <pc:docMk/>
            <pc:sldMk cId="2578888093" sldId="267"/>
            <ac:spMk id="7" creationId="{FD389809-3D6F-5667-9C63-598688FB5490}"/>
          </ac:spMkLst>
        </pc:spChg>
        <pc:spChg chg="add mod">
          <ac:chgData name="Padam Sharma" userId="e775ba27198b4af2" providerId="LiveId" clId="{260CCAF2-7DE6-4477-A121-F9E6C6C3C701}" dt="2026-09-18T07:25:44.216" v="2064" actId="6549"/>
          <ac:spMkLst>
            <pc:docMk/>
            <pc:sldMk cId="2578888093" sldId="267"/>
            <ac:spMk id="9" creationId="{A54E56B2-380B-8114-70E9-1B51CD6DBE85}"/>
          </ac:spMkLst>
        </pc:spChg>
        <pc:picChg chg="mod">
          <ac:chgData name="Padam Sharma" userId="e775ba27198b4af2" providerId="LiveId" clId="{260CCAF2-7DE6-4477-A121-F9E6C6C3C701}" dt="2026-09-18T07:27:20.410" v="2079" actId="208"/>
          <ac:picMkLst>
            <pc:docMk/>
            <pc:sldMk cId="2578888093" sldId="267"/>
            <ac:picMk id="8" creationId="{99814D4D-2C53-4D2E-A4CD-3B86040049A8}"/>
          </ac:picMkLst>
        </pc:picChg>
        <pc:picChg chg="mod">
          <ac:chgData name="Padam Sharma" userId="e775ba27198b4af2" providerId="LiveId" clId="{260CCAF2-7DE6-4477-A121-F9E6C6C3C701}" dt="2026-09-18T07:27:08.337" v="2078" actId="208"/>
          <ac:picMkLst>
            <pc:docMk/>
            <pc:sldMk cId="2578888093" sldId="267"/>
            <ac:picMk id="10" creationId="{AA67631C-B16B-27C9-F62F-FCDE2C7D9764}"/>
          </ac:picMkLst>
        </pc:picChg>
      </pc:sldChg>
      <pc:sldChg chg="addSp delSp modSp add mod">
        <pc:chgData name="Padam Sharma" userId="e775ba27198b4af2" providerId="LiveId" clId="{260CCAF2-7DE6-4477-A121-F9E6C6C3C701}" dt="2026-09-18T07:57:37.847" v="2189" actId="20577"/>
        <pc:sldMkLst>
          <pc:docMk/>
          <pc:sldMk cId="3659945388" sldId="268"/>
        </pc:sldMkLst>
        <pc:spChg chg="mod">
          <ac:chgData name="Padam Sharma" userId="e775ba27198b4af2" providerId="LiveId" clId="{260CCAF2-7DE6-4477-A121-F9E6C6C3C701}" dt="2026-09-18T07:55:46.220" v="2187" actId="207"/>
          <ac:spMkLst>
            <pc:docMk/>
            <pc:sldMk cId="3659945388" sldId="268"/>
            <ac:spMk id="2" creationId="{FA3FCCD0-9928-FC82-0EF7-873CB2C0610A}"/>
          </ac:spMkLst>
        </pc:spChg>
        <pc:spChg chg="add mod">
          <ac:chgData name="Padam Sharma" userId="e775ba27198b4af2" providerId="LiveId" clId="{260CCAF2-7DE6-4477-A121-F9E6C6C3C701}" dt="2026-09-18T07:57:37.847" v="2189" actId="20577"/>
          <ac:spMkLst>
            <pc:docMk/>
            <pc:sldMk cId="3659945388" sldId="268"/>
            <ac:spMk id="4" creationId="{526BFF15-CA22-CAC9-6522-7AFA1EB0B606}"/>
          </ac:spMkLst>
        </pc:spChg>
        <pc:picChg chg="add mod">
          <ac:chgData name="Padam Sharma" userId="e775ba27198b4af2" providerId="LiveId" clId="{260CCAF2-7DE6-4477-A121-F9E6C6C3C701}" dt="2026-09-18T07:55:20.553" v="2186" actId="1076"/>
          <ac:picMkLst>
            <pc:docMk/>
            <pc:sldMk cId="3659945388" sldId="268"/>
            <ac:picMk id="12" creationId="{B1060ECD-36E1-33F0-B16A-316CDFFD259B}"/>
          </ac:picMkLst>
        </pc:picChg>
      </pc:sldChg>
      <pc:sldChg chg="addSp delSp modSp add mod modClrScheme chgLayout">
        <pc:chgData name="Padam Sharma" userId="e775ba27198b4af2" providerId="LiveId" clId="{260CCAF2-7DE6-4477-A121-F9E6C6C3C701}" dt="2026-09-18T08:14:45.188" v="2229" actId="20577"/>
        <pc:sldMkLst>
          <pc:docMk/>
          <pc:sldMk cId="2633865415" sldId="269"/>
        </pc:sldMkLst>
        <pc:spChg chg="mod">
          <ac:chgData name="Padam Sharma" userId="e775ba27198b4af2" providerId="LiveId" clId="{260CCAF2-7DE6-4477-A121-F9E6C6C3C701}" dt="2026-09-18T08:07:52.619" v="2198" actId="207"/>
          <ac:spMkLst>
            <pc:docMk/>
            <pc:sldMk cId="2633865415" sldId="269"/>
            <ac:spMk id="2" creationId="{D15EE4FB-6C10-5A5F-D811-C9AB4009D0EE}"/>
          </ac:spMkLst>
        </pc:spChg>
        <pc:graphicFrameChg chg="add mod modGraphic">
          <ac:chgData name="Padam Sharma" userId="e775ba27198b4af2" providerId="LiveId" clId="{260CCAF2-7DE6-4477-A121-F9E6C6C3C701}" dt="2026-09-18T08:14:45.188" v="2229" actId="20577"/>
          <ac:graphicFrameMkLst>
            <pc:docMk/>
            <pc:sldMk cId="2633865415" sldId="269"/>
            <ac:graphicFrameMk id="11" creationId="{7D9D8F2F-2774-C8C8-842E-64EE56047405}"/>
          </ac:graphicFrameMkLst>
        </pc:graphicFrameChg>
      </pc:sldChg>
      <pc:sldMasterChg chg="setBg modSldLayout">
        <pc:chgData name="Padam Sharma" userId="e775ba27198b4af2" providerId="LiveId" clId="{260CCAF2-7DE6-4477-A121-F9E6C6C3C701}" dt="2026-09-18T07:21:54.138" v="1997"/>
        <pc:sldMasterMkLst>
          <pc:docMk/>
          <pc:sldMasterMk cId="2209977519" sldId="2147483648"/>
        </pc:sldMasterMkLst>
        <pc:sldLayoutChg chg="setBg">
          <pc:chgData name="Padam Sharma" userId="e775ba27198b4af2" providerId="LiveId" clId="{260CCAF2-7DE6-4477-A121-F9E6C6C3C701}" dt="2026-09-18T07:21:54.138" v="1997"/>
          <pc:sldLayoutMkLst>
            <pc:docMk/>
            <pc:sldMasterMk cId="2209977519" sldId="2147483648"/>
            <pc:sldLayoutMk cId="3168075583" sldId="2147483649"/>
          </pc:sldLayoutMkLst>
        </pc:sldLayoutChg>
        <pc:sldLayoutChg chg="setBg">
          <pc:chgData name="Padam Sharma" userId="e775ba27198b4af2" providerId="LiveId" clId="{260CCAF2-7DE6-4477-A121-F9E6C6C3C701}" dt="2026-09-18T07:21:54.138" v="1997"/>
          <pc:sldLayoutMkLst>
            <pc:docMk/>
            <pc:sldMasterMk cId="2209977519" sldId="2147483648"/>
            <pc:sldLayoutMk cId="2614314258" sldId="2147483650"/>
          </pc:sldLayoutMkLst>
        </pc:sldLayoutChg>
        <pc:sldLayoutChg chg="setBg">
          <pc:chgData name="Padam Sharma" userId="e775ba27198b4af2" providerId="LiveId" clId="{260CCAF2-7DE6-4477-A121-F9E6C6C3C701}" dt="2026-09-18T07:21:54.138" v="1997"/>
          <pc:sldLayoutMkLst>
            <pc:docMk/>
            <pc:sldMasterMk cId="2209977519" sldId="2147483648"/>
            <pc:sldLayoutMk cId="960648375" sldId="2147483651"/>
          </pc:sldLayoutMkLst>
        </pc:sldLayoutChg>
        <pc:sldLayoutChg chg="setBg">
          <pc:chgData name="Padam Sharma" userId="e775ba27198b4af2" providerId="LiveId" clId="{260CCAF2-7DE6-4477-A121-F9E6C6C3C701}" dt="2026-09-18T07:21:54.138" v="1997"/>
          <pc:sldLayoutMkLst>
            <pc:docMk/>
            <pc:sldMasterMk cId="2209977519" sldId="2147483648"/>
            <pc:sldLayoutMk cId="2782244947" sldId="2147483652"/>
          </pc:sldLayoutMkLst>
        </pc:sldLayoutChg>
        <pc:sldLayoutChg chg="setBg">
          <pc:chgData name="Padam Sharma" userId="e775ba27198b4af2" providerId="LiveId" clId="{260CCAF2-7DE6-4477-A121-F9E6C6C3C701}" dt="2026-09-18T07:21:54.138" v="1997"/>
          <pc:sldLayoutMkLst>
            <pc:docMk/>
            <pc:sldMasterMk cId="2209977519" sldId="2147483648"/>
            <pc:sldLayoutMk cId="990158736" sldId="2147483653"/>
          </pc:sldLayoutMkLst>
        </pc:sldLayoutChg>
        <pc:sldLayoutChg chg="setBg">
          <pc:chgData name="Padam Sharma" userId="e775ba27198b4af2" providerId="LiveId" clId="{260CCAF2-7DE6-4477-A121-F9E6C6C3C701}" dt="2026-09-18T07:21:54.138" v="1997"/>
          <pc:sldLayoutMkLst>
            <pc:docMk/>
            <pc:sldMasterMk cId="2209977519" sldId="2147483648"/>
            <pc:sldLayoutMk cId="727027711" sldId="2147483654"/>
          </pc:sldLayoutMkLst>
        </pc:sldLayoutChg>
        <pc:sldLayoutChg chg="setBg">
          <pc:chgData name="Padam Sharma" userId="e775ba27198b4af2" providerId="LiveId" clId="{260CCAF2-7DE6-4477-A121-F9E6C6C3C701}" dt="2026-09-18T07:21:54.138" v="1997"/>
          <pc:sldLayoutMkLst>
            <pc:docMk/>
            <pc:sldMasterMk cId="2209977519" sldId="2147483648"/>
            <pc:sldLayoutMk cId="1212999818" sldId="2147483655"/>
          </pc:sldLayoutMkLst>
        </pc:sldLayoutChg>
        <pc:sldLayoutChg chg="setBg">
          <pc:chgData name="Padam Sharma" userId="e775ba27198b4af2" providerId="LiveId" clId="{260CCAF2-7DE6-4477-A121-F9E6C6C3C701}" dt="2026-09-18T07:21:54.138" v="1997"/>
          <pc:sldLayoutMkLst>
            <pc:docMk/>
            <pc:sldMasterMk cId="2209977519" sldId="2147483648"/>
            <pc:sldLayoutMk cId="1840726560" sldId="2147483656"/>
          </pc:sldLayoutMkLst>
        </pc:sldLayoutChg>
        <pc:sldLayoutChg chg="setBg">
          <pc:chgData name="Padam Sharma" userId="e775ba27198b4af2" providerId="LiveId" clId="{260CCAF2-7DE6-4477-A121-F9E6C6C3C701}" dt="2026-09-18T07:21:54.138" v="1997"/>
          <pc:sldLayoutMkLst>
            <pc:docMk/>
            <pc:sldMasterMk cId="2209977519" sldId="2147483648"/>
            <pc:sldLayoutMk cId="3889236939" sldId="2147483657"/>
          </pc:sldLayoutMkLst>
        </pc:sldLayoutChg>
        <pc:sldLayoutChg chg="setBg">
          <pc:chgData name="Padam Sharma" userId="e775ba27198b4af2" providerId="LiveId" clId="{260CCAF2-7DE6-4477-A121-F9E6C6C3C701}" dt="2026-09-18T07:21:54.138" v="1997"/>
          <pc:sldLayoutMkLst>
            <pc:docMk/>
            <pc:sldMasterMk cId="2209977519" sldId="2147483648"/>
            <pc:sldLayoutMk cId="2910927964" sldId="2147483658"/>
          </pc:sldLayoutMkLst>
        </pc:sldLayoutChg>
        <pc:sldLayoutChg chg="setBg">
          <pc:chgData name="Padam Sharma" userId="e775ba27198b4af2" providerId="LiveId" clId="{260CCAF2-7DE6-4477-A121-F9E6C6C3C701}" dt="2026-09-18T07:21:54.138" v="1997"/>
          <pc:sldLayoutMkLst>
            <pc:docMk/>
            <pc:sldMasterMk cId="2209977519" sldId="2147483648"/>
            <pc:sldLayoutMk cId="3612223792" sldId="214748365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AA8F857-4CDC-491C-BB20-653F048416E9}"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87D42DF4-88D2-4347-A93B-5A90F154D133}">
      <dgm:prSet phldrT="[Text]"/>
      <dgm:spPr/>
      <dgm:t>
        <a:bodyPr/>
        <a:lstStyle/>
        <a:p>
          <a:pPr>
            <a:buFont typeface="+mj-lt"/>
            <a:buAutoNum type="arabicPeriod"/>
          </a:pPr>
          <a:r>
            <a:rPr lang="en-IN" b="1" dirty="0"/>
            <a:t>Mines and Minerals</a:t>
          </a:r>
          <a:endParaRPr lang="en-IN" dirty="0"/>
        </a:p>
      </dgm:t>
    </dgm:pt>
    <dgm:pt modelId="{AC00F19C-E4AF-449A-A98B-080EB59B3FCE}" type="parTrans" cxnId="{42F64894-94DC-4F4A-9348-110812EA71C0}">
      <dgm:prSet/>
      <dgm:spPr/>
      <dgm:t>
        <a:bodyPr/>
        <a:lstStyle/>
        <a:p>
          <a:endParaRPr lang="en-IN"/>
        </a:p>
      </dgm:t>
    </dgm:pt>
    <dgm:pt modelId="{29037A97-E308-4939-8B57-B8D528593E5A}" type="sibTrans" cxnId="{42F64894-94DC-4F4A-9348-110812EA71C0}">
      <dgm:prSet/>
      <dgm:spPr/>
      <dgm:t>
        <a:bodyPr/>
        <a:lstStyle/>
        <a:p>
          <a:endParaRPr lang="en-IN"/>
        </a:p>
      </dgm:t>
    </dgm:pt>
    <dgm:pt modelId="{4FC71800-9CF8-490D-A99F-3CDD4570552C}">
      <dgm:prSet phldrT="[Text]"/>
      <dgm:spPr/>
      <dgm:t>
        <a:bodyPr/>
        <a:lstStyle/>
        <a:p>
          <a:pPr>
            <a:buFont typeface="+mj-lt"/>
            <a:buAutoNum type="arabicPeriod"/>
          </a:pPr>
          <a:r>
            <a:rPr lang="en-IN" b="1" dirty="0"/>
            <a:t>Rare Earth Metals</a:t>
          </a:r>
          <a:endParaRPr lang="en-IN" dirty="0"/>
        </a:p>
      </dgm:t>
    </dgm:pt>
    <dgm:pt modelId="{4F52AB33-5B7D-47AD-ACE2-810CE3669CAD}" type="parTrans" cxnId="{1C280117-9AA0-419C-AFAE-9B5714749EB5}">
      <dgm:prSet/>
      <dgm:spPr/>
      <dgm:t>
        <a:bodyPr/>
        <a:lstStyle/>
        <a:p>
          <a:endParaRPr lang="en-IN"/>
        </a:p>
      </dgm:t>
    </dgm:pt>
    <dgm:pt modelId="{56316E25-F1B9-4F02-B681-D48967A9B3BD}" type="sibTrans" cxnId="{1C280117-9AA0-419C-AFAE-9B5714749EB5}">
      <dgm:prSet/>
      <dgm:spPr/>
      <dgm:t>
        <a:bodyPr/>
        <a:lstStyle/>
        <a:p>
          <a:endParaRPr lang="en-IN"/>
        </a:p>
      </dgm:t>
    </dgm:pt>
    <dgm:pt modelId="{3BCE8506-9F12-4D7F-8C9A-45354F23BAEA}">
      <dgm:prSet phldrT="[Text]"/>
      <dgm:spPr/>
      <dgm:t>
        <a:bodyPr/>
        <a:lstStyle/>
        <a:p>
          <a:pPr>
            <a:buNone/>
          </a:pPr>
          <a:r>
            <a:rPr lang="en-IN" b="1" dirty="0"/>
            <a:t>Mining Machinery</a:t>
          </a:r>
          <a:endParaRPr lang="en-IN" dirty="0"/>
        </a:p>
      </dgm:t>
    </dgm:pt>
    <dgm:pt modelId="{6567FF13-EC32-4192-BBA7-A74DA256A352}" type="parTrans" cxnId="{F8007D26-2EAC-457C-A62A-8F41319382C0}">
      <dgm:prSet/>
      <dgm:spPr/>
      <dgm:t>
        <a:bodyPr/>
        <a:lstStyle/>
        <a:p>
          <a:endParaRPr lang="en-IN"/>
        </a:p>
      </dgm:t>
    </dgm:pt>
    <dgm:pt modelId="{60736C03-E092-4381-A945-3460A8FB1452}" type="sibTrans" cxnId="{F8007D26-2EAC-457C-A62A-8F41319382C0}">
      <dgm:prSet/>
      <dgm:spPr/>
      <dgm:t>
        <a:bodyPr/>
        <a:lstStyle/>
        <a:p>
          <a:endParaRPr lang="en-IN"/>
        </a:p>
      </dgm:t>
    </dgm:pt>
    <dgm:pt modelId="{6A7EEA9A-F549-41B3-AAF5-D21E200F2807}">
      <dgm:prSet phldrT="[Text]"/>
      <dgm:spPr/>
      <dgm:t>
        <a:bodyPr/>
        <a:lstStyle/>
        <a:p>
          <a:pPr>
            <a:buNone/>
          </a:pPr>
          <a:r>
            <a:rPr lang="en-IN" b="1" dirty="0"/>
            <a:t>Chemicals</a:t>
          </a:r>
          <a:endParaRPr lang="en-IN" dirty="0"/>
        </a:p>
      </dgm:t>
    </dgm:pt>
    <dgm:pt modelId="{6BBDBD61-A416-49CB-B168-F2FA21FD4903}" type="parTrans" cxnId="{FCA7668F-E483-48D2-80FD-1625E2AF51FC}">
      <dgm:prSet/>
      <dgm:spPr/>
      <dgm:t>
        <a:bodyPr/>
        <a:lstStyle/>
        <a:p>
          <a:endParaRPr lang="en-IN"/>
        </a:p>
      </dgm:t>
    </dgm:pt>
    <dgm:pt modelId="{1597C2C3-AAA0-464B-A53C-6D32201F0CEA}" type="sibTrans" cxnId="{FCA7668F-E483-48D2-80FD-1625E2AF51FC}">
      <dgm:prSet/>
      <dgm:spPr/>
      <dgm:t>
        <a:bodyPr/>
        <a:lstStyle/>
        <a:p>
          <a:endParaRPr lang="en-IN"/>
        </a:p>
      </dgm:t>
    </dgm:pt>
    <dgm:pt modelId="{16A85E65-FD1B-4329-B546-59D9CD302E10}">
      <dgm:prSet phldrT="[Text]"/>
      <dgm:spPr/>
      <dgm:t>
        <a:bodyPr/>
        <a:lstStyle/>
        <a:p>
          <a:pPr>
            <a:buNone/>
          </a:pPr>
          <a:r>
            <a:rPr lang="en-IN" b="1" dirty="0"/>
            <a:t>OEM, EV and Batteries</a:t>
          </a:r>
          <a:endParaRPr lang="en-IN" dirty="0"/>
        </a:p>
      </dgm:t>
    </dgm:pt>
    <dgm:pt modelId="{7E9F26DE-B59F-4773-9D18-A886BBAC8C06}" type="parTrans" cxnId="{7711B340-C1C7-4A09-8578-7034EB29BED0}">
      <dgm:prSet/>
      <dgm:spPr/>
      <dgm:t>
        <a:bodyPr/>
        <a:lstStyle/>
        <a:p>
          <a:endParaRPr lang="en-IN"/>
        </a:p>
      </dgm:t>
    </dgm:pt>
    <dgm:pt modelId="{574052E3-8822-46C5-8DAB-BD6390CFFD55}" type="sibTrans" cxnId="{7711B340-C1C7-4A09-8578-7034EB29BED0}">
      <dgm:prSet/>
      <dgm:spPr/>
      <dgm:t>
        <a:bodyPr/>
        <a:lstStyle/>
        <a:p>
          <a:endParaRPr lang="en-IN"/>
        </a:p>
      </dgm:t>
    </dgm:pt>
    <dgm:pt modelId="{2254B7DE-E246-487C-9456-52B46C2B6E31}">
      <dgm:prSet phldrT="[Text]"/>
      <dgm:spPr/>
      <dgm:t>
        <a:bodyPr/>
        <a:lstStyle/>
        <a:p>
          <a:pPr>
            <a:buNone/>
          </a:pPr>
          <a:r>
            <a:rPr lang="en-IN" b="1" dirty="0"/>
            <a:t>Logistics Service Providers</a:t>
          </a:r>
          <a:endParaRPr lang="en-IN" dirty="0"/>
        </a:p>
      </dgm:t>
    </dgm:pt>
    <dgm:pt modelId="{4E6F19C8-26DC-461D-B2FC-412FE0B961CE}" type="parTrans" cxnId="{A1971339-6DD2-4F1B-A1ED-E5DB45BF6D72}">
      <dgm:prSet/>
      <dgm:spPr/>
      <dgm:t>
        <a:bodyPr/>
        <a:lstStyle/>
        <a:p>
          <a:endParaRPr lang="en-IN"/>
        </a:p>
      </dgm:t>
    </dgm:pt>
    <dgm:pt modelId="{27D72C1D-02DD-4CF8-BD6D-EB2E4C2218C3}" type="sibTrans" cxnId="{A1971339-6DD2-4F1B-A1ED-E5DB45BF6D72}">
      <dgm:prSet/>
      <dgm:spPr/>
      <dgm:t>
        <a:bodyPr/>
        <a:lstStyle/>
        <a:p>
          <a:endParaRPr lang="en-IN"/>
        </a:p>
      </dgm:t>
    </dgm:pt>
    <dgm:pt modelId="{3448E677-4AEB-4DF0-9804-58601DB5361B}">
      <dgm:prSet phldrT="[Text]"/>
      <dgm:spPr/>
      <dgm:t>
        <a:bodyPr/>
        <a:lstStyle/>
        <a:p>
          <a:pPr>
            <a:buNone/>
          </a:pPr>
          <a:r>
            <a:rPr lang="en-IN" b="1" dirty="0"/>
            <a:t>. Artificial Intelligence (AI) and advanced software architectures</a:t>
          </a:r>
          <a:endParaRPr lang="en-IN" dirty="0"/>
        </a:p>
      </dgm:t>
    </dgm:pt>
    <dgm:pt modelId="{41C0FB95-B6A8-410C-AD9B-EC33D0950035}" type="parTrans" cxnId="{8B3DE204-1279-4E31-99D3-74E4D0B235FF}">
      <dgm:prSet/>
      <dgm:spPr/>
      <dgm:t>
        <a:bodyPr/>
        <a:lstStyle/>
        <a:p>
          <a:endParaRPr lang="en-IN"/>
        </a:p>
      </dgm:t>
    </dgm:pt>
    <dgm:pt modelId="{110C04F0-9652-425C-8994-FF588DE0B270}" type="sibTrans" cxnId="{8B3DE204-1279-4E31-99D3-74E4D0B235FF}">
      <dgm:prSet/>
      <dgm:spPr/>
      <dgm:t>
        <a:bodyPr/>
        <a:lstStyle/>
        <a:p>
          <a:endParaRPr lang="en-IN"/>
        </a:p>
      </dgm:t>
    </dgm:pt>
    <dgm:pt modelId="{A9D7C1FA-820C-4A0D-ACA8-9CDBB9CB275F}" type="pres">
      <dgm:prSet presAssocID="{BAA8F857-4CDC-491C-BB20-653F048416E9}" presName="linear" presStyleCnt="0">
        <dgm:presLayoutVars>
          <dgm:dir/>
          <dgm:animLvl val="lvl"/>
          <dgm:resizeHandles val="exact"/>
        </dgm:presLayoutVars>
      </dgm:prSet>
      <dgm:spPr/>
    </dgm:pt>
    <dgm:pt modelId="{17DD396C-A123-41CC-82DF-64185612914B}" type="pres">
      <dgm:prSet presAssocID="{87D42DF4-88D2-4347-A93B-5A90F154D133}" presName="parentLin" presStyleCnt="0"/>
      <dgm:spPr/>
    </dgm:pt>
    <dgm:pt modelId="{1E3236F0-8EA2-4CE2-AAD5-1A81EE3DFF87}" type="pres">
      <dgm:prSet presAssocID="{87D42DF4-88D2-4347-A93B-5A90F154D133}" presName="parentLeftMargin" presStyleLbl="node1" presStyleIdx="0" presStyleCnt="7"/>
      <dgm:spPr/>
    </dgm:pt>
    <dgm:pt modelId="{2DE4D443-4A62-4807-9FAD-E99CE3689899}" type="pres">
      <dgm:prSet presAssocID="{87D42DF4-88D2-4347-A93B-5A90F154D133}" presName="parentText" presStyleLbl="node1" presStyleIdx="0" presStyleCnt="7">
        <dgm:presLayoutVars>
          <dgm:chMax val="0"/>
          <dgm:bulletEnabled val="1"/>
        </dgm:presLayoutVars>
      </dgm:prSet>
      <dgm:spPr/>
    </dgm:pt>
    <dgm:pt modelId="{B0757C61-8F3E-4DA1-B618-EB59C1C50737}" type="pres">
      <dgm:prSet presAssocID="{87D42DF4-88D2-4347-A93B-5A90F154D133}" presName="negativeSpace" presStyleCnt="0"/>
      <dgm:spPr/>
    </dgm:pt>
    <dgm:pt modelId="{6C4217F9-A73A-4613-88C1-C3E8A07F975A}" type="pres">
      <dgm:prSet presAssocID="{87D42DF4-88D2-4347-A93B-5A90F154D133}" presName="childText" presStyleLbl="conFgAcc1" presStyleIdx="0" presStyleCnt="7">
        <dgm:presLayoutVars>
          <dgm:bulletEnabled val="1"/>
        </dgm:presLayoutVars>
      </dgm:prSet>
      <dgm:spPr/>
    </dgm:pt>
    <dgm:pt modelId="{6F7660F7-737B-40A8-924D-A4B81C27A43F}" type="pres">
      <dgm:prSet presAssocID="{29037A97-E308-4939-8B57-B8D528593E5A}" presName="spaceBetweenRectangles" presStyleCnt="0"/>
      <dgm:spPr/>
    </dgm:pt>
    <dgm:pt modelId="{54550613-A7BC-4BBE-8DB3-FFDD4543AD7C}" type="pres">
      <dgm:prSet presAssocID="{4FC71800-9CF8-490D-A99F-3CDD4570552C}" presName="parentLin" presStyleCnt="0"/>
      <dgm:spPr/>
    </dgm:pt>
    <dgm:pt modelId="{A0EFE904-2B2D-4295-BA28-A4270096CF36}" type="pres">
      <dgm:prSet presAssocID="{4FC71800-9CF8-490D-A99F-3CDD4570552C}" presName="parentLeftMargin" presStyleLbl="node1" presStyleIdx="0" presStyleCnt="7"/>
      <dgm:spPr/>
    </dgm:pt>
    <dgm:pt modelId="{18C9B3CF-8A92-4D9F-A6B0-4327FD345F9E}" type="pres">
      <dgm:prSet presAssocID="{4FC71800-9CF8-490D-A99F-3CDD4570552C}" presName="parentText" presStyleLbl="node1" presStyleIdx="1" presStyleCnt="7">
        <dgm:presLayoutVars>
          <dgm:chMax val="0"/>
          <dgm:bulletEnabled val="1"/>
        </dgm:presLayoutVars>
      </dgm:prSet>
      <dgm:spPr/>
    </dgm:pt>
    <dgm:pt modelId="{240D87D1-97DA-42CE-AAC0-A9360CD622E5}" type="pres">
      <dgm:prSet presAssocID="{4FC71800-9CF8-490D-A99F-3CDD4570552C}" presName="negativeSpace" presStyleCnt="0"/>
      <dgm:spPr/>
    </dgm:pt>
    <dgm:pt modelId="{9C648696-2CE9-4FFD-B132-FB81B77D4E15}" type="pres">
      <dgm:prSet presAssocID="{4FC71800-9CF8-490D-A99F-3CDD4570552C}" presName="childText" presStyleLbl="conFgAcc1" presStyleIdx="1" presStyleCnt="7">
        <dgm:presLayoutVars>
          <dgm:bulletEnabled val="1"/>
        </dgm:presLayoutVars>
      </dgm:prSet>
      <dgm:spPr/>
    </dgm:pt>
    <dgm:pt modelId="{777D8505-4C1B-4AB3-AD74-5EEEC6722173}" type="pres">
      <dgm:prSet presAssocID="{56316E25-F1B9-4F02-B681-D48967A9B3BD}" presName="spaceBetweenRectangles" presStyleCnt="0"/>
      <dgm:spPr/>
    </dgm:pt>
    <dgm:pt modelId="{1863413F-A344-401E-889D-1D77ABC69931}" type="pres">
      <dgm:prSet presAssocID="{3BCE8506-9F12-4D7F-8C9A-45354F23BAEA}" presName="parentLin" presStyleCnt="0"/>
      <dgm:spPr/>
    </dgm:pt>
    <dgm:pt modelId="{2EAF3CDA-8A04-4D15-B335-8D8924E08DAA}" type="pres">
      <dgm:prSet presAssocID="{3BCE8506-9F12-4D7F-8C9A-45354F23BAEA}" presName="parentLeftMargin" presStyleLbl="node1" presStyleIdx="1" presStyleCnt="7"/>
      <dgm:spPr/>
    </dgm:pt>
    <dgm:pt modelId="{14342275-E561-475D-923D-DE11C2E94E22}" type="pres">
      <dgm:prSet presAssocID="{3BCE8506-9F12-4D7F-8C9A-45354F23BAEA}" presName="parentText" presStyleLbl="node1" presStyleIdx="2" presStyleCnt="7">
        <dgm:presLayoutVars>
          <dgm:chMax val="0"/>
          <dgm:bulletEnabled val="1"/>
        </dgm:presLayoutVars>
      </dgm:prSet>
      <dgm:spPr/>
    </dgm:pt>
    <dgm:pt modelId="{33653FCE-6035-4158-BA71-F5B5BAA09632}" type="pres">
      <dgm:prSet presAssocID="{3BCE8506-9F12-4D7F-8C9A-45354F23BAEA}" presName="negativeSpace" presStyleCnt="0"/>
      <dgm:spPr/>
    </dgm:pt>
    <dgm:pt modelId="{5F512F0C-B3F9-4FA5-9ECB-6D4B935573EC}" type="pres">
      <dgm:prSet presAssocID="{3BCE8506-9F12-4D7F-8C9A-45354F23BAEA}" presName="childText" presStyleLbl="conFgAcc1" presStyleIdx="2" presStyleCnt="7">
        <dgm:presLayoutVars>
          <dgm:bulletEnabled val="1"/>
        </dgm:presLayoutVars>
      </dgm:prSet>
      <dgm:spPr/>
    </dgm:pt>
    <dgm:pt modelId="{28EAEBB8-68E9-4D65-8F0E-3A0E81FB3B68}" type="pres">
      <dgm:prSet presAssocID="{60736C03-E092-4381-A945-3460A8FB1452}" presName="spaceBetweenRectangles" presStyleCnt="0"/>
      <dgm:spPr/>
    </dgm:pt>
    <dgm:pt modelId="{160B4778-EF43-4C45-9424-F524D42BC9FD}" type="pres">
      <dgm:prSet presAssocID="{6A7EEA9A-F549-41B3-AAF5-D21E200F2807}" presName="parentLin" presStyleCnt="0"/>
      <dgm:spPr/>
    </dgm:pt>
    <dgm:pt modelId="{3811EE6E-5DDA-408B-929C-AA2F1E747A5B}" type="pres">
      <dgm:prSet presAssocID="{6A7EEA9A-F549-41B3-AAF5-D21E200F2807}" presName="parentLeftMargin" presStyleLbl="node1" presStyleIdx="2" presStyleCnt="7"/>
      <dgm:spPr/>
    </dgm:pt>
    <dgm:pt modelId="{796638EA-B968-45EC-87C3-FA6829A0C28F}" type="pres">
      <dgm:prSet presAssocID="{6A7EEA9A-F549-41B3-AAF5-D21E200F2807}" presName="parentText" presStyleLbl="node1" presStyleIdx="3" presStyleCnt="7">
        <dgm:presLayoutVars>
          <dgm:chMax val="0"/>
          <dgm:bulletEnabled val="1"/>
        </dgm:presLayoutVars>
      </dgm:prSet>
      <dgm:spPr/>
    </dgm:pt>
    <dgm:pt modelId="{8217D62A-E59B-4FDA-A21C-E9A78974BB4B}" type="pres">
      <dgm:prSet presAssocID="{6A7EEA9A-F549-41B3-AAF5-D21E200F2807}" presName="negativeSpace" presStyleCnt="0"/>
      <dgm:spPr/>
    </dgm:pt>
    <dgm:pt modelId="{23E71441-8DB0-4EBF-9FF4-C29221BE3A60}" type="pres">
      <dgm:prSet presAssocID="{6A7EEA9A-F549-41B3-AAF5-D21E200F2807}" presName="childText" presStyleLbl="conFgAcc1" presStyleIdx="3" presStyleCnt="7">
        <dgm:presLayoutVars>
          <dgm:bulletEnabled val="1"/>
        </dgm:presLayoutVars>
      </dgm:prSet>
      <dgm:spPr/>
    </dgm:pt>
    <dgm:pt modelId="{9FEE3123-DE5D-407E-8974-071DD51DBA82}" type="pres">
      <dgm:prSet presAssocID="{1597C2C3-AAA0-464B-A53C-6D32201F0CEA}" presName="spaceBetweenRectangles" presStyleCnt="0"/>
      <dgm:spPr/>
    </dgm:pt>
    <dgm:pt modelId="{0187653F-598F-46B6-9D79-85598FD68A3F}" type="pres">
      <dgm:prSet presAssocID="{16A85E65-FD1B-4329-B546-59D9CD302E10}" presName="parentLin" presStyleCnt="0"/>
      <dgm:spPr/>
    </dgm:pt>
    <dgm:pt modelId="{BB109FAD-A538-47A9-A46F-0460A5052DCC}" type="pres">
      <dgm:prSet presAssocID="{16A85E65-FD1B-4329-B546-59D9CD302E10}" presName="parentLeftMargin" presStyleLbl="node1" presStyleIdx="3" presStyleCnt="7"/>
      <dgm:spPr/>
    </dgm:pt>
    <dgm:pt modelId="{C4BD3735-CBBF-422E-B35A-4796D1894150}" type="pres">
      <dgm:prSet presAssocID="{16A85E65-FD1B-4329-B546-59D9CD302E10}" presName="parentText" presStyleLbl="node1" presStyleIdx="4" presStyleCnt="7">
        <dgm:presLayoutVars>
          <dgm:chMax val="0"/>
          <dgm:bulletEnabled val="1"/>
        </dgm:presLayoutVars>
      </dgm:prSet>
      <dgm:spPr/>
    </dgm:pt>
    <dgm:pt modelId="{786D4599-8914-4B85-8B70-A98D5A80B888}" type="pres">
      <dgm:prSet presAssocID="{16A85E65-FD1B-4329-B546-59D9CD302E10}" presName="negativeSpace" presStyleCnt="0"/>
      <dgm:spPr/>
    </dgm:pt>
    <dgm:pt modelId="{2C39DF95-5D61-40B0-BE08-822EBEC63F85}" type="pres">
      <dgm:prSet presAssocID="{16A85E65-FD1B-4329-B546-59D9CD302E10}" presName="childText" presStyleLbl="conFgAcc1" presStyleIdx="4" presStyleCnt="7">
        <dgm:presLayoutVars>
          <dgm:bulletEnabled val="1"/>
        </dgm:presLayoutVars>
      </dgm:prSet>
      <dgm:spPr/>
    </dgm:pt>
    <dgm:pt modelId="{40627050-7A1D-4E43-9A73-456F68922318}" type="pres">
      <dgm:prSet presAssocID="{574052E3-8822-46C5-8DAB-BD6390CFFD55}" presName="spaceBetweenRectangles" presStyleCnt="0"/>
      <dgm:spPr/>
    </dgm:pt>
    <dgm:pt modelId="{635F8948-196B-4387-BCE7-14EF0E377284}" type="pres">
      <dgm:prSet presAssocID="{2254B7DE-E246-487C-9456-52B46C2B6E31}" presName="parentLin" presStyleCnt="0"/>
      <dgm:spPr/>
    </dgm:pt>
    <dgm:pt modelId="{672287CA-3FE7-40F5-A43A-471857205626}" type="pres">
      <dgm:prSet presAssocID="{2254B7DE-E246-487C-9456-52B46C2B6E31}" presName="parentLeftMargin" presStyleLbl="node1" presStyleIdx="4" presStyleCnt="7"/>
      <dgm:spPr/>
    </dgm:pt>
    <dgm:pt modelId="{B6E63E9C-2DC4-4A15-A6FC-5546411FE3FA}" type="pres">
      <dgm:prSet presAssocID="{2254B7DE-E246-487C-9456-52B46C2B6E31}" presName="parentText" presStyleLbl="node1" presStyleIdx="5" presStyleCnt="7">
        <dgm:presLayoutVars>
          <dgm:chMax val="0"/>
          <dgm:bulletEnabled val="1"/>
        </dgm:presLayoutVars>
      </dgm:prSet>
      <dgm:spPr/>
    </dgm:pt>
    <dgm:pt modelId="{44E095A7-6BAE-4E17-BDF1-CD7AA316A92C}" type="pres">
      <dgm:prSet presAssocID="{2254B7DE-E246-487C-9456-52B46C2B6E31}" presName="negativeSpace" presStyleCnt="0"/>
      <dgm:spPr/>
    </dgm:pt>
    <dgm:pt modelId="{849028C0-35C1-4E19-BC38-0EBCCC28AC34}" type="pres">
      <dgm:prSet presAssocID="{2254B7DE-E246-487C-9456-52B46C2B6E31}" presName="childText" presStyleLbl="conFgAcc1" presStyleIdx="5" presStyleCnt="7">
        <dgm:presLayoutVars>
          <dgm:bulletEnabled val="1"/>
        </dgm:presLayoutVars>
      </dgm:prSet>
      <dgm:spPr/>
    </dgm:pt>
    <dgm:pt modelId="{635F4CC1-33B1-4C61-AC80-07936F5F20A6}" type="pres">
      <dgm:prSet presAssocID="{27D72C1D-02DD-4CF8-BD6D-EB2E4C2218C3}" presName="spaceBetweenRectangles" presStyleCnt="0"/>
      <dgm:spPr/>
    </dgm:pt>
    <dgm:pt modelId="{97743962-3EBB-4175-96D9-01F9E1AF2964}" type="pres">
      <dgm:prSet presAssocID="{3448E677-4AEB-4DF0-9804-58601DB5361B}" presName="parentLin" presStyleCnt="0"/>
      <dgm:spPr/>
    </dgm:pt>
    <dgm:pt modelId="{A67FB246-6958-4D3F-9719-064A06379F44}" type="pres">
      <dgm:prSet presAssocID="{3448E677-4AEB-4DF0-9804-58601DB5361B}" presName="parentLeftMargin" presStyleLbl="node1" presStyleIdx="5" presStyleCnt="7"/>
      <dgm:spPr/>
    </dgm:pt>
    <dgm:pt modelId="{30871A75-57E6-499D-9B57-B4EBD6B7B078}" type="pres">
      <dgm:prSet presAssocID="{3448E677-4AEB-4DF0-9804-58601DB5361B}" presName="parentText" presStyleLbl="node1" presStyleIdx="6" presStyleCnt="7">
        <dgm:presLayoutVars>
          <dgm:chMax val="0"/>
          <dgm:bulletEnabled val="1"/>
        </dgm:presLayoutVars>
      </dgm:prSet>
      <dgm:spPr/>
    </dgm:pt>
    <dgm:pt modelId="{EE949D62-B82B-4B23-B2BC-94DCA0BA562E}" type="pres">
      <dgm:prSet presAssocID="{3448E677-4AEB-4DF0-9804-58601DB5361B}" presName="negativeSpace" presStyleCnt="0"/>
      <dgm:spPr/>
    </dgm:pt>
    <dgm:pt modelId="{6ABF22B7-F23E-4F5E-8207-72832F6901B6}" type="pres">
      <dgm:prSet presAssocID="{3448E677-4AEB-4DF0-9804-58601DB5361B}" presName="childText" presStyleLbl="conFgAcc1" presStyleIdx="6" presStyleCnt="7">
        <dgm:presLayoutVars>
          <dgm:bulletEnabled val="1"/>
        </dgm:presLayoutVars>
      </dgm:prSet>
      <dgm:spPr/>
    </dgm:pt>
  </dgm:ptLst>
  <dgm:cxnLst>
    <dgm:cxn modelId="{8B3DE204-1279-4E31-99D3-74E4D0B235FF}" srcId="{BAA8F857-4CDC-491C-BB20-653F048416E9}" destId="{3448E677-4AEB-4DF0-9804-58601DB5361B}" srcOrd="6" destOrd="0" parTransId="{41C0FB95-B6A8-410C-AD9B-EC33D0950035}" sibTransId="{110C04F0-9652-425C-8994-FF588DE0B270}"/>
    <dgm:cxn modelId="{85E64C0E-EB40-4D00-BF4F-F57620D80E94}" type="presOf" srcId="{BAA8F857-4CDC-491C-BB20-653F048416E9}" destId="{A9D7C1FA-820C-4A0D-ACA8-9CDBB9CB275F}" srcOrd="0" destOrd="0" presId="urn:microsoft.com/office/officeart/2005/8/layout/list1"/>
    <dgm:cxn modelId="{1C280117-9AA0-419C-AFAE-9B5714749EB5}" srcId="{BAA8F857-4CDC-491C-BB20-653F048416E9}" destId="{4FC71800-9CF8-490D-A99F-3CDD4570552C}" srcOrd="1" destOrd="0" parTransId="{4F52AB33-5B7D-47AD-ACE2-810CE3669CAD}" sibTransId="{56316E25-F1B9-4F02-B681-D48967A9B3BD}"/>
    <dgm:cxn modelId="{F8007D26-2EAC-457C-A62A-8F41319382C0}" srcId="{BAA8F857-4CDC-491C-BB20-653F048416E9}" destId="{3BCE8506-9F12-4D7F-8C9A-45354F23BAEA}" srcOrd="2" destOrd="0" parTransId="{6567FF13-EC32-4192-BBA7-A74DA256A352}" sibTransId="{60736C03-E092-4381-A945-3460A8FB1452}"/>
    <dgm:cxn modelId="{3F7E9333-EABE-4D61-B551-D4604B5200FE}" type="presOf" srcId="{3448E677-4AEB-4DF0-9804-58601DB5361B}" destId="{A67FB246-6958-4D3F-9719-064A06379F44}" srcOrd="0" destOrd="0" presId="urn:microsoft.com/office/officeart/2005/8/layout/list1"/>
    <dgm:cxn modelId="{A1971339-6DD2-4F1B-A1ED-E5DB45BF6D72}" srcId="{BAA8F857-4CDC-491C-BB20-653F048416E9}" destId="{2254B7DE-E246-487C-9456-52B46C2B6E31}" srcOrd="5" destOrd="0" parTransId="{4E6F19C8-26DC-461D-B2FC-412FE0B961CE}" sibTransId="{27D72C1D-02DD-4CF8-BD6D-EB2E4C2218C3}"/>
    <dgm:cxn modelId="{F5646A39-252E-4E7F-9778-D9C1B9A40EFA}" type="presOf" srcId="{6A7EEA9A-F549-41B3-AAF5-D21E200F2807}" destId="{3811EE6E-5DDA-408B-929C-AA2F1E747A5B}" srcOrd="0" destOrd="0" presId="urn:microsoft.com/office/officeart/2005/8/layout/list1"/>
    <dgm:cxn modelId="{7711B340-C1C7-4A09-8578-7034EB29BED0}" srcId="{BAA8F857-4CDC-491C-BB20-653F048416E9}" destId="{16A85E65-FD1B-4329-B546-59D9CD302E10}" srcOrd="4" destOrd="0" parTransId="{7E9F26DE-B59F-4773-9D18-A886BBAC8C06}" sibTransId="{574052E3-8822-46C5-8DAB-BD6390CFFD55}"/>
    <dgm:cxn modelId="{EEF43361-C0B1-4AD0-A8E9-F95A6732B01E}" type="presOf" srcId="{4FC71800-9CF8-490D-A99F-3CDD4570552C}" destId="{18C9B3CF-8A92-4D9F-A6B0-4327FD345F9E}" srcOrd="1" destOrd="0" presId="urn:microsoft.com/office/officeart/2005/8/layout/list1"/>
    <dgm:cxn modelId="{B213D74E-3263-41A6-86EF-091C50EEFC04}" type="presOf" srcId="{87D42DF4-88D2-4347-A93B-5A90F154D133}" destId="{1E3236F0-8EA2-4CE2-AAD5-1A81EE3DFF87}" srcOrd="0" destOrd="0" presId="urn:microsoft.com/office/officeart/2005/8/layout/list1"/>
    <dgm:cxn modelId="{6DB0DE53-F291-4F6A-82CE-EC4F7406B1FC}" type="presOf" srcId="{16A85E65-FD1B-4329-B546-59D9CD302E10}" destId="{C4BD3735-CBBF-422E-B35A-4796D1894150}" srcOrd="1" destOrd="0" presId="urn:microsoft.com/office/officeart/2005/8/layout/list1"/>
    <dgm:cxn modelId="{6980FB55-701B-4790-9BC9-B9E57A52273F}" type="presOf" srcId="{3BCE8506-9F12-4D7F-8C9A-45354F23BAEA}" destId="{2EAF3CDA-8A04-4D15-B335-8D8924E08DAA}" srcOrd="0" destOrd="0" presId="urn:microsoft.com/office/officeart/2005/8/layout/list1"/>
    <dgm:cxn modelId="{FCA7668F-E483-48D2-80FD-1625E2AF51FC}" srcId="{BAA8F857-4CDC-491C-BB20-653F048416E9}" destId="{6A7EEA9A-F549-41B3-AAF5-D21E200F2807}" srcOrd="3" destOrd="0" parTransId="{6BBDBD61-A416-49CB-B168-F2FA21FD4903}" sibTransId="{1597C2C3-AAA0-464B-A53C-6D32201F0CEA}"/>
    <dgm:cxn modelId="{42F64894-94DC-4F4A-9348-110812EA71C0}" srcId="{BAA8F857-4CDC-491C-BB20-653F048416E9}" destId="{87D42DF4-88D2-4347-A93B-5A90F154D133}" srcOrd="0" destOrd="0" parTransId="{AC00F19C-E4AF-449A-A98B-080EB59B3FCE}" sibTransId="{29037A97-E308-4939-8B57-B8D528593E5A}"/>
    <dgm:cxn modelId="{0BB8AC98-575F-4A88-AF0B-1A1D169A4B43}" type="presOf" srcId="{87D42DF4-88D2-4347-A93B-5A90F154D133}" destId="{2DE4D443-4A62-4807-9FAD-E99CE3689899}" srcOrd="1" destOrd="0" presId="urn:microsoft.com/office/officeart/2005/8/layout/list1"/>
    <dgm:cxn modelId="{043CA599-04A4-44FC-9EB5-843358730E90}" type="presOf" srcId="{2254B7DE-E246-487C-9456-52B46C2B6E31}" destId="{672287CA-3FE7-40F5-A43A-471857205626}" srcOrd="0" destOrd="0" presId="urn:microsoft.com/office/officeart/2005/8/layout/list1"/>
    <dgm:cxn modelId="{3A3D46A4-2094-40E7-935A-75AAFF011ED3}" type="presOf" srcId="{3BCE8506-9F12-4D7F-8C9A-45354F23BAEA}" destId="{14342275-E561-475D-923D-DE11C2E94E22}" srcOrd="1" destOrd="0" presId="urn:microsoft.com/office/officeart/2005/8/layout/list1"/>
    <dgm:cxn modelId="{E6353DAC-38AA-4DE5-8754-63B6454BBD03}" type="presOf" srcId="{6A7EEA9A-F549-41B3-AAF5-D21E200F2807}" destId="{796638EA-B968-45EC-87C3-FA6829A0C28F}" srcOrd="1" destOrd="0" presId="urn:microsoft.com/office/officeart/2005/8/layout/list1"/>
    <dgm:cxn modelId="{58186FB2-EDB3-4AB2-B55D-3D68B07E3C96}" type="presOf" srcId="{3448E677-4AEB-4DF0-9804-58601DB5361B}" destId="{30871A75-57E6-499D-9B57-B4EBD6B7B078}" srcOrd="1" destOrd="0" presId="urn:microsoft.com/office/officeart/2005/8/layout/list1"/>
    <dgm:cxn modelId="{A6AB44BD-AF9C-436B-AF3F-4B019DDA6712}" type="presOf" srcId="{16A85E65-FD1B-4329-B546-59D9CD302E10}" destId="{BB109FAD-A538-47A9-A46F-0460A5052DCC}" srcOrd="0" destOrd="0" presId="urn:microsoft.com/office/officeart/2005/8/layout/list1"/>
    <dgm:cxn modelId="{6C057DD0-D00A-4DF1-B404-55FA7129F2A9}" type="presOf" srcId="{2254B7DE-E246-487C-9456-52B46C2B6E31}" destId="{B6E63E9C-2DC4-4A15-A6FC-5546411FE3FA}" srcOrd="1" destOrd="0" presId="urn:microsoft.com/office/officeart/2005/8/layout/list1"/>
    <dgm:cxn modelId="{E83DC6EE-AC7C-4E2C-82F1-ADB0A3A47009}" type="presOf" srcId="{4FC71800-9CF8-490D-A99F-3CDD4570552C}" destId="{A0EFE904-2B2D-4295-BA28-A4270096CF36}" srcOrd="0" destOrd="0" presId="urn:microsoft.com/office/officeart/2005/8/layout/list1"/>
    <dgm:cxn modelId="{F0E1AC9A-0CEF-41EF-946E-7F3A75666403}" type="presParOf" srcId="{A9D7C1FA-820C-4A0D-ACA8-9CDBB9CB275F}" destId="{17DD396C-A123-41CC-82DF-64185612914B}" srcOrd="0" destOrd="0" presId="urn:microsoft.com/office/officeart/2005/8/layout/list1"/>
    <dgm:cxn modelId="{16B3FAF5-2045-4237-BDEC-A275BF2398BE}" type="presParOf" srcId="{17DD396C-A123-41CC-82DF-64185612914B}" destId="{1E3236F0-8EA2-4CE2-AAD5-1A81EE3DFF87}" srcOrd="0" destOrd="0" presId="urn:microsoft.com/office/officeart/2005/8/layout/list1"/>
    <dgm:cxn modelId="{182AB85A-753A-41D7-85B3-7686232764BE}" type="presParOf" srcId="{17DD396C-A123-41CC-82DF-64185612914B}" destId="{2DE4D443-4A62-4807-9FAD-E99CE3689899}" srcOrd="1" destOrd="0" presId="urn:microsoft.com/office/officeart/2005/8/layout/list1"/>
    <dgm:cxn modelId="{1949A690-23AE-4B4F-80CA-28F4232D626B}" type="presParOf" srcId="{A9D7C1FA-820C-4A0D-ACA8-9CDBB9CB275F}" destId="{B0757C61-8F3E-4DA1-B618-EB59C1C50737}" srcOrd="1" destOrd="0" presId="urn:microsoft.com/office/officeart/2005/8/layout/list1"/>
    <dgm:cxn modelId="{02F8C8F5-2D86-4024-BE5B-B9FA331C4A5E}" type="presParOf" srcId="{A9D7C1FA-820C-4A0D-ACA8-9CDBB9CB275F}" destId="{6C4217F9-A73A-4613-88C1-C3E8A07F975A}" srcOrd="2" destOrd="0" presId="urn:microsoft.com/office/officeart/2005/8/layout/list1"/>
    <dgm:cxn modelId="{C5735215-D07A-4A38-B1DA-11968A86A075}" type="presParOf" srcId="{A9D7C1FA-820C-4A0D-ACA8-9CDBB9CB275F}" destId="{6F7660F7-737B-40A8-924D-A4B81C27A43F}" srcOrd="3" destOrd="0" presId="urn:microsoft.com/office/officeart/2005/8/layout/list1"/>
    <dgm:cxn modelId="{F43CDCA0-F132-43EA-8A63-7C394BD7B1A5}" type="presParOf" srcId="{A9D7C1FA-820C-4A0D-ACA8-9CDBB9CB275F}" destId="{54550613-A7BC-4BBE-8DB3-FFDD4543AD7C}" srcOrd="4" destOrd="0" presId="urn:microsoft.com/office/officeart/2005/8/layout/list1"/>
    <dgm:cxn modelId="{EEABA999-DFD2-40BD-A9B0-A6A2E15CC152}" type="presParOf" srcId="{54550613-A7BC-4BBE-8DB3-FFDD4543AD7C}" destId="{A0EFE904-2B2D-4295-BA28-A4270096CF36}" srcOrd="0" destOrd="0" presId="urn:microsoft.com/office/officeart/2005/8/layout/list1"/>
    <dgm:cxn modelId="{7B6391E0-6FF4-4EAD-9640-E5C33C1ADEC4}" type="presParOf" srcId="{54550613-A7BC-4BBE-8DB3-FFDD4543AD7C}" destId="{18C9B3CF-8A92-4D9F-A6B0-4327FD345F9E}" srcOrd="1" destOrd="0" presId="urn:microsoft.com/office/officeart/2005/8/layout/list1"/>
    <dgm:cxn modelId="{BBD1F60C-BA15-4454-A6DA-4E416BBF9B75}" type="presParOf" srcId="{A9D7C1FA-820C-4A0D-ACA8-9CDBB9CB275F}" destId="{240D87D1-97DA-42CE-AAC0-A9360CD622E5}" srcOrd="5" destOrd="0" presId="urn:microsoft.com/office/officeart/2005/8/layout/list1"/>
    <dgm:cxn modelId="{23269D44-9E1C-40C1-B1AB-7D83E103D884}" type="presParOf" srcId="{A9D7C1FA-820C-4A0D-ACA8-9CDBB9CB275F}" destId="{9C648696-2CE9-4FFD-B132-FB81B77D4E15}" srcOrd="6" destOrd="0" presId="urn:microsoft.com/office/officeart/2005/8/layout/list1"/>
    <dgm:cxn modelId="{5EFFA704-9C0F-4271-AC74-3ABB09410E27}" type="presParOf" srcId="{A9D7C1FA-820C-4A0D-ACA8-9CDBB9CB275F}" destId="{777D8505-4C1B-4AB3-AD74-5EEEC6722173}" srcOrd="7" destOrd="0" presId="urn:microsoft.com/office/officeart/2005/8/layout/list1"/>
    <dgm:cxn modelId="{E2F750FB-6D7B-4173-B3A4-9B34553F466A}" type="presParOf" srcId="{A9D7C1FA-820C-4A0D-ACA8-9CDBB9CB275F}" destId="{1863413F-A344-401E-889D-1D77ABC69931}" srcOrd="8" destOrd="0" presId="urn:microsoft.com/office/officeart/2005/8/layout/list1"/>
    <dgm:cxn modelId="{6B059ED2-4F6D-424F-AA51-85C37147F5F9}" type="presParOf" srcId="{1863413F-A344-401E-889D-1D77ABC69931}" destId="{2EAF3CDA-8A04-4D15-B335-8D8924E08DAA}" srcOrd="0" destOrd="0" presId="urn:microsoft.com/office/officeart/2005/8/layout/list1"/>
    <dgm:cxn modelId="{C6250B52-D685-4F4C-9569-D845752937D6}" type="presParOf" srcId="{1863413F-A344-401E-889D-1D77ABC69931}" destId="{14342275-E561-475D-923D-DE11C2E94E22}" srcOrd="1" destOrd="0" presId="urn:microsoft.com/office/officeart/2005/8/layout/list1"/>
    <dgm:cxn modelId="{4EF68E78-E2E5-4FF1-9237-60D03CCE1177}" type="presParOf" srcId="{A9D7C1FA-820C-4A0D-ACA8-9CDBB9CB275F}" destId="{33653FCE-6035-4158-BA71-F5B5BAA09632}" srcOrd="9" destOrd="0" presId="urn:microsoft.com/office/officeart/2005/8/layout/list1"/>
    <dgm:cxn modelId="{6EC5BF61-B7B2-4B6D-B78F-C9E13844D0E4}" type="presParOf" srcId="{A9D7C1FA-820C-4A0D-ACA8-9CDBB9CB275F}" destId="{5F512F0C-B3F9-4FA5-9ECB-6D4B935573EC}" srcOrd="10" destOrd="0" presId="urn:microsoft.com/office/officeart/2005/8/layout/list1"/>
    <dgm:cxn modelId="{8A7A9D47-FA76-41C7-9F16-015208B86641}" type="presParOf" srcId="{A9D7C1FA-820C-4A0D-ACA8-9CDBB9CB275F}" destId="{28EAEBB8-68E9-4D65-8F0E-3A0E81FB3B68}" srcOrd="11" destOrd="0" presId="urn:microsoft.com/office/officeart/2005/8/layout/list1"/>
    <dgm:cxn modelId="{45188EFE-9B50-4D37-97E6-EA109C22054E}" type="presParOf" srcId="{A9D7C1FA-820C-4A0D-ACA8-9CDBB9CB275F}" destId="{160B4778-EF43-4C45-9424-F524D42BC9FD}" srcOrd="12" destOrd="0" presId="urn:microsoft.com/office/officeart/2005/8/layout/list1"/>
    <dgm:cxn modelId="{D170D1DB-8857-4DFF-B065-A721AB1AC805}" type="presParOf" srcId="{160B4778-EF43-4C45-9424-F524D42BC9FD}" destId="{3811EE6E-5DDA-408B-929C-AA2F1E747A5B}" srcOrd="0" destOrd="0" presId="urn:microsoft.com/office/officeart/2005/8/layout/list1"/>
    <dgm:cxn modelId="{E4D2D0D4-7CEC-4223-84A0-AC66334A1615}" type="presParOf" srcId="{160B4778-EF43-4C45-9424-F524D42BC9FD}" destId="{796638EA-B968-45EC-87C3-FA6829A0C28F}" srcOrd="1" destOrd="0" presId="urn:microsoft.com/office/officeart/2005/8/layout/list1"/>
    <dgm:cxn modelId="{6FA0BF3D-D2E8-4A5E-9EB6-9DD1371C0E17}" type="presParOf" srcId="{A9D7C1FA-820C-4A0D-ACA8-9CDBB9CB275F}" destId="{8217D62A-E59B-4FDA-A21C-E9A78974BB4B}" srcOrd="13" destOrd="0" presId="urn:microsoft.com/office/officeart/2005/8/layout/list1"/>
    <dgm:cxn modelId="{3EF74DFE-3A68-4CD9-8137-07AD51820E1E}" type="presParOf" srcId="{A9D7C1FA-820C-4A0D-ACA8-9CDBB9CB275F}" destId="{23E71441-8DB0-4EBF-9FF4-C29221BE3A60}" srcOrd="14" destOrd="0" presId="urn:microsoft.com/office/officeart/2005/8/layout/list1"/>
    <dgm:cxn modelId="{F9F161ED-A2F1-488E-BBC5-5276203D6EB9}" type="presParOf" srcId="{A9D7C1FA-820C-4A0D-ACA8-9CDBB9CB275F}" destId="{9FEE3123-DE5D-407E-8974-071DD51DBA82}" srcOrd="15" destOrd="0" presId="urn:microsoft.com/office/officeart/2005/8/layout/list1"/>
    <dgm:cxn modelId="{495F8BDC-5A74-4DD1-81F5-1A92B5CC1BA2}" type="presParOf" srcId="{A9D7C1FA-820C-4A0D-ACA8-9CDBB9CB275F}" destId="{0187653F-598F-46B6-9D79-85598FD68A3F}" srcOrd="16" destOrd="0" presId="urn:microsoft.com/office/officeart/2005/8/layout/list1"/>
    <dgm:cxn modelId="{B8D72E85-5813-47D1-BB3B-8989D973F186}" type="presParOf" srcId="{0187653F-598F-46B6-9D79-85598FD68A3F}" destId="{BB109FAD-A538-47A9-A46F-0460A5052DCC}" srcOrd="0" destOrd="0" presId="urn:microsoft.com/office/officeart/2005/8/layout/list1"/>
    <dgm:cxn modelId="{4665B948-DA1C-4D3B-9B53-EB7C24ADDCDE}" type="presParOf" srcId="{0187653F-598F-46B6-9D79-85598FD68A3F}" destId="{C4BD3735-CBBF-422E-B35A-4796D1894150}" srcOrd="1" destOrd="0" presId="urn:microsoft.com/office/officeart/2005/8/layout/list1"/>
    <dgm:cxn modelId="{7D57CB9F-C845-44B6-83AF-391F3F561D37}" type="presParOf" srcId="{A9D7C1FA-820C-4A0D-ACA8-9CDBB9CB275F}" destId="{786D4599-8914-4B85-8B70-A98D5A80B888}" srcOrd="17" destOrd="0" presId="urn:microsoft.com/office/officeart/2005/8/layout/list1"/>
    <dgm:cxn modelId="{3F44E90F-22B6-493F-9122-A9617476AEDE}" type="presParOf" srcId="{A9D7C1FA-820C-4A0D-ACA8-9CDBB9CB275F}" destId="{2C39DF95-5D61-40B0-BE08-822EBEC63F85}" srcOrd="18" destOrd="0" presId="urn:microsoft.com/office/officeart/2005/8/layout/list1"/>
    <dgm:cxn modelId="{C35CBE9D-6AFB-46B0-8C8F-3F049397B8DB}" type="presParOf" srcId="{A9D7C1FA-820C-4A0D-ACA8-9CDBB9CB275F}" destId="{40627050-7A1D-4E43-9A73-456F68922318}" srcOrd="19" destOrd="0" presId="urn:microsoft.com/office/officeart/2005/8/layout/list1"/>
    <dgm:cxn modelId="{81138B87-163D-4F80-BEC5-24F9DD4CAFDF}" type="presParOf" srcId="{A9D7C1FA-820C-4A0D-ACA8-9CDBB9CB275F}" destId="{635F8948-196B-4387-BCE7-14EF0E377284}" srcOrd="20" destOrd="0" presId="urn:microsoft.com/office/officeart/2005/8/layout/list1"/>
    <dgm:cxn modelId="{7A2789CB-6AF3-4B54-BB48-A24C449DA49E}" type="presParOf" srcId="{635F8948-196B-4387-BCE7-14EF0E377284}" destId="{672287CA-3FE7-40F5-A43A-471857205626}" srcOrd="0" destOrd="0" presId="urn:microsoft.com/office/officeart/2005/8/layout/list1"/>
    <dgm:cxn modelId="{92FDAE1A-D375-4262-9B70-09626FD1E1E9}" type="presParOf" srcId="{635F8948-196B-4387-BCE7-14EF0E377284}" destId="{B6E63E9C-2DC4-4A15-A6FC-5546411FE3FA}" srcOrd="1" destOrd="0" presId="urn:microsoft.com/office/officeart/2005/8/layout/list1"/>
    <dgm:cxn modelId="{FB5E825E-2BE0-4CC7-8B7A-353A863FE879}" type="presParOf" srcId="{A9D7C1FA-820C-4A0D-ACA8-9CDBB9CB275F}" destId="{44E095A7-6BAE-4E17-BDF1-CD7AA316A92C}" srcOrd="21" destOrd="0" presId="urn:microsoft.com/office/officeart/2005/8/layout/list1"/>
    <dgm:cxn modelId="{524443EA-814F-4F4A-8307-B46A4543A241}" type="presParOf" srcId="{A9D7C1FA-820C-4A0D-ACA8-9CDBB9CB275F}" destId="{849028C0-35C1-4E19-BC38-0EBCCC28AC34}" srcOrd="22" destOrd="0" presId="urn:microsoft.com/office/officeart/2005/8/layout/list1"/>
    <dgm:cxn modelId="{29DE9F91-8EA4-41DB-8414-A9A1EFC0A6FB}" type="presParOf" srcId="{A9D7C1FA-820C-4A0D-ACA8-9CDBB9CB275F}" destId="{635F4CC1-33B1-4C61-AC80-07936F5F20A6}" srcOrd="23" destOrd="0" presId="urn:microsoft.com/office/officeart/2005/8/layout/list1"/>
    <dgm:cxn modelId="{9A006D4A-CD91-4BA0-82FE-3C611E5DF97E}" type="presParOf" srcId="{A9D7C1FA-820C-4A0D-ACA8-9CDBB9CB275F}" destId="{97743962-3EBB-4175-96D9-01F9E1AF2964}" srcOrd="24" destOrd="0" presId="urn:microsoft.com/office/officeart/2005/8/layout/list1"/>
    <dgm:cxn modelId="{290E9321-263F-4C78-90B3-AE1D51431AFD}" type="presParOf" srcId="{97743962-3EBB-4175-96D9-01F9E1AF2964}" destId="{A67FB246-6958-4D3F-9719-064A06379F44}" srcOrd="0" destOrd="0" presId="urn:microsoft.com/office/officeart/2005/8/layout/list1"/>
    <dgm:cxn modelId="{A0453CF8-A26C-40DB-B332-645320EBF818}" type="presParOf" srcId="{97743962-3EBB-4175-96D9-01F9E1AF2964}" destId="{30871A75-57E6-499D-9B57-B4EBD6B7B078}" srcOrd="1" destOrd="0" presId="urn:microsoft.com/office/officeart/2005/8/layout/list1"/>
    <dgm:cxn modelId="{E3FF0E69-6FB9-4575-AD45-C04E5F736A78}" type="presParOf" srcId="{A9D7C1FA-820C-4A0D-ACA8-9CDBB9CB275F}" destId="{EE949D62-B82B-4B23-B2BC-94DCA0BA562E}" srcOrd="25" destOrd="0" presId="urn:microsoft.com/office/officeart/2005/8/layout/list1"/>
    <dgm:cxn modelId="{1917CC5C-31A6-4247-B30C-9100FEF3EA62}" type="presParOf" srcId="{A9D7C1FA-820C-4A0D-ACA8-9CDBB9CB275F}" destId="{6ABF22B7-F23E-4F5E-8207-72832F6901B6}" srcOrd="2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4217F9-A73A-4613-88C1-C3E8A07F975A}">
      <dsp:nvSpPr>
        <dsp:cNvPr id="0" name=""/>
        <dsp:cNvSpPr/>
      </dsp:nvSpPr>
      <dsp:spPr>
        <a:xfrm>
          <a:off x="0" y="262699"/>
          <a:ext cx="11302180" cy="378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DE4D443-4A62-4807-9FAD-E99CE3689899}">
      <dsp:nvSpPr>
        <dsp:cNvPr id="0" name=""/>
        <dsp:cNvSpPr/>
      </dsp:nvSpPr>
      <dsp:spPr>
        <a:xfrm>
          <a:off x="565109" y="41299"/>
          <a:ext cx="7911526"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9037" tIns="0" rIns="299037" bIns="0" numCol="1" spcCol="1270" anchor="ctr" anchorCtr="0">
          <a:noAutofit/>
        </a:bodyPr>
        <a:lstStyle/>
        <a:p>
          <a:pPr marL="0" lvl="0" indent="0" algn="l" defTabSz="666750">
            <a:lnSpc>
              <a:spcPct val="90000"/>
            </a:lnSpc>
            <a:spcBef>
              <a:spcPct val="0"/>
            </a:spcBef>
            <a:spcAft>
              <a:spcPct val="35000"/>
            </a:spcAft>
            <a:buFont typeface="+mj-lt"/>
            <a:buNone/>
          </a:pPr>
          <a:r>
            <a:rPr lang="en-IN" sz="1500" b="1" kern="1200" dirty="0"/>
            <a:t>Mines and Minerals</a:t>
          </a:r>
          <a:endParaRPr lang="en-IN" sz="1500" kern="1200" dirty="0"/>
        </a:p>
      </dsp:txBody>
      <dsp:txXfrm>
        <a:off x="586725" y="62915"/>
        <a:ext cx="7868294" cy="399568"/>
      </dsp:txXfrm>
    </dsp:sp>
    <dsp:sp modelId="{9C648696-2CE9-4FFD-B132-FB81B77D4E15}">
      <dsp:nvSpPr>
        <dsp:cNvPr id="0" name=""/>
        <dsp:cNvSpPr/>
      </dsp:nvSpPr>
      <dsp:spPr>
        <a:xfrm>
          <a:off x="0" y="943099"/>
          <a:ext cx="11302180" cy="378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C9B3CF-8A92-4D9F-A6B0-4327FD345F9E}">
      <dsp:nvSpPr>
        <dsp:cNvPr id="0" name=""/>
        <dsp:cNvSpPr/>
      </dsp:nvSpPr>
      <dsp:spPr>
        <a:xfrm>
          <a:off x="565109" y="721699"/>
          <a:ext cx="7911526"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9037" tIns="0" rIns="299037" bIns="0" numCol="1" spcCol="1270" anchor="ctr" anchorCtr="0">
          <a:noAutofit/>
        </a:bodyPr>
        <a:lstStyle/>
        <a:p>
          <a:pPr marL="0" lvl="0" indent="0" algn="l" defTabSz="666750">
            <a:lnSpc>
              <a:spcPct val="90000"/>
            </a:lnSpc>
            <a:spcBef>
              <a:spcPct val="0"/>
            </a:spcBef>
            <a:spcAft>
              <a:spcPct val="35000"/>
            </a:spcAft>
            <a:buFont typeface="+mj-lt"/>
            <a:buNone/>
          </a:pPr>
          <a:r>
            <a:rPr lang="en-IN" sz="1500" b="1" kern="1200" dirty="0"/>
            <a:t>Rare Earth Metals</a:t>
          </a:r>
          <a:endParaRPr lang="en-IN" sz="1500" kern="1200" dirty="0"/>
        </a:p>
      </dsp:txBody>
      <dsp:txXfrm>
        <a:off x="586725" y="743315"/>
        <a:ext cx="7868294" cy="399568"/>
      </dsp:txXfrm>
    </dsp:sp>
    <dsp:sp modelId="{5F512F0C-B3F9-4FA5-9ECB-6D4B935573EC}">
      <dsp:nvSpPr>
        <dsp:cNvPr id="0" name=""/>
        <dsp:cNvSpPr/>
      </dsp:nvSpPr>
      <dsp:spPr>
        <a:xfrm>
          <a:off x="0" y="1623499"/>
          <a:ext cx="11302180" cy="378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4342275-E561-475D-923D-DE11C2E94E22}">
      <dsp:nvSpPr>
        <dsp:cNvPr id="0" name=""/>
        <dsp:cNvSpPr/>
      </dsp:nvSpPr>
      <dsp:spPr>
        <a:xfrm>
          <a:off x="565109" y="1402099"/>
          <a:ext cx="7911526"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9037" tIns="0" rIns="299037" bIns="0" numCol="1" spcCol="1270" anchor="ctr" anchorCtr="0">
          <a:noAutofit/>
        </a:bodyPr>
        <a:lstStyle/>
        <a:p>
          <a:pPr marL="0" lvl="0" indent="0" algn="l" defTabSz="666750">
            <a:lnSpc>
              <a:spcPct val="90000"/>
            </a:lnSpc>
            <a:spcBef>
              <a:spcPct val="0"/>
            </a:spcBef>
            <a:spcAft>
              <a:spcPct val="35000"/>
            </a:spcAft>
            <a:buNone/>
          </a:pPr>
          <a:r>
            <a:rPr lang="en-IN" sz="1500" b="1" kern="1200" dirty="0"/>
            <a:t>Mining Machinery</a:t>
          </a:r>
          <a:endParaRPr lang="en-IN" sz="1500" kern="1200" dirty="0"/>
        </a:p>
      </dsp:txBody>
      <dsp:txXfrm>
        <a:off x="586725" y="1423715"/>
        <a:ext cx="7868294" cy="399568"/>
      </dsp:txXfrm>
    </dsp:sp>
    <dsp:sp modelId="{23E71441-8DB0-4EBF-9FF4-C29221BE3A60}">
      <dsp:nvSpPr>
        <dsp:cNvPr id="0" name=""/>
        <dsp:cNvSpPr/>
      </dsp:nvSpPr>
      <dsp:spPr>
        <a:xfrm>
          <a:off x="0" y="2303899"/>
          <a:ext cx="11302180" cy="378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96638EA-B968-45EC-87C3-FA6829A0C28F}">
      <dsp:nvSpPr>
        <dsp:cNvPr id="0" name=""/>
        <dsp:cNvSpPr/>
      </dsp:nvSpPr>
      <dsp:spPr>
        <a:xfrm>
          <a:off x="565109" y="2082499"/>
          <a:ext cx="7911526"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9037" tIns="0" rIns="299037" bIns="0" numCol="1" spcCol="1270" anchor="ctr" anchorCtr="0">
          <a:noAutofit/>
        </a:bodyPr>
        <a:lstStyle/>
        <a:p>
          <a:pPr marL="0" lvl="0" indent="0" algn="l" defTabSz="666750">
            <a:lnSpc>
              <a:spcPct val="90000"/>
            </a:lnSpc>
            <a:spcBef>
              <a:spcPct val="0"/>
            </a:spcBef>
            <a:spcAft>
              <a:spcPct val="35000"/>
            </a:spcAft>
            <a:buNone/>
          </a:pPr>
          <a:r>
            <a:rPr lang="en-IN" sz="1500" b="1" kern="1200" dirty="0"/>
            <a:t>Chemicals</a:t>
          </a:r>
          <a:endParaRPr lang="en-IN" sz="1500" kern="1200" dirty="0"/>
        </a:p>
      </dsp:txBody>
      <dsp:txXfrm>
        <a:off x="586725" y="2104115"/>
        <a:ext cx="7868294" cy="399568"/>
      </dsp:txXfrm>
    </dsp:sp>
    <dsp:sp modelId="{2C39DF95-5D61-40B0-BE08-822EBEC63F85}">
      <dsp:nvSpPr>
        <dsp:cNvPr id="0" name=""/>
        <dsp:cNvSpPr/>
      </dsp:nvSpPr>
      <dsp:spPr>
        <a:xfrm>
          <a:off x="0" y="2984299"/>
          <a:ext cx="11302180" cy="378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4BD3735-CBBF-422E-B35A-4796D1894150}">
      <dsp:nvSpPr>
        <dsp:cNvPr id="0" name=""/>
        <dsp:cNvSpPr/>
      </dsp:nvSpPr>
      <dsp:spPr>
        <a:xfrm>
          <a:off x="565109" y="2762899"/>
          <a:ext cx="7911526"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9037" tIns="0" rIns="299037" bIns="0" numCol="1" spcCol="1270" anchor="ctr" anchorCtr="0">
          <a:noAutofit/>
        </a:bodyPr>
        <a:lstStyle/>
        <a:p>
          <a:pPr marL="0" lvl="0" indent="0" algn="l" defTabSz="666750">
            <a:lnSpc>
              <a:spcPct val="90000"/>
            </a:lnSpc>
            <a:spcBef>
              <a:spcPct val="0"/>
            </a:spcBef>
            <a:spcAft>
              <a:spcPct val="35000"/>
            </a:spcAft>
            <a:buNone/>
          </a:pPr>
          <a:r>
            <a:rPr lang="en-IN" sz="1500" b="1" kern="1200" dirty="0"/>
            <a:t>OEM, EV and Batteries</a:t>
          </a:r>
          <a:endParaRPr lang="en-IN" sz="1500" kern="1200" dirty="0"/>
        </a:p>
      </dsp:txBody>
      <dsp:txXfrm>
        <a:off x="586725" y="2784515"/>
        <a:ext cx="7868294" cy="399568"/>
      </dsp:txXfrm>
    </dsp:sp>
    <dsp:sp modelId="{849028C0-35C1-4E19-BC38-0EBCCC28AC34}">
      <dsp:nvSpPr>
        <dsp:cNvPr id="0" name=""/>
        <dsp:cNvSpPr/>
      </dsp:nvSpPr>
      <dsp:spPr>
        <a:xfrm>
          <a:off x="0" y="3664699"/>
          <a:ext cx="11302180" cy="378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6E63E9C-2DC4-4A15-A6FC-5546411FE3FA}">
      <dsp:nvSpPr>
        <dsp:cNvPr id="0" name=""/>
        <dsp:cNvSpPr/>
      </dsp:nvSpPr>
      <dsp:spPr>
        <a:xfrm>
          <a:off x="565109" y="3443299"/>
          <a:ext cx="7911526"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9037" tIns="0" rIns="299037" bIns="0" numCol="1" spcCol="1270" anchor="ctr" anchorCtr="0">
          <a:noAutofit/>
        </a:bodyPr>
        <a:lstStyle/>
        <a:p>
          <a:pPr marL="0" lvl="0" indent="0" algn="l" defTabSz="666750">
            <a:lnSpc>
              <a:spcPct val="90000"/>
            </a:lnSpc>
            <a:spcBef>
              <a:spcPct val="0"/>
            </a:spcBef>
            <a:spcAft>
              <a:spcPct val="35000"/>
            </a:spcAft>
            <a:buNone/>
          </a:pPr>
          <a:r>
            <a:rPr lang="en-IN" sz="1500" b="1" kern="1200" dirty="0"/>
            <a:t>Logistics Service Providers</a:t>
          </a:r>
          <a:endParaRPr lang="en-IN" sz="1500" kern="1200" dirty="0"/>
        </a:p>
      </dsp:txBody>
      <dsp:txXfrm>
        <a:off x="586725" y="3464915"/>
        <a:ext cx="7868294" cy="399568"/>
      </dsp:txXfrm>
    </dsp:sp>
    <dsp:sp modelId="{6ABF22B7-F23E-4F5E-8207-72832F6901B6}">
      <dsp:nvSpPr>
        <dsp:cNvPr id="0" name=""/>
        <dsp:cNvSpPr/>
      </dsp:nvSpPr>
      <dsp:spPr>
        <a:xfrm>
          <a:off x="0" y="4345099"/>
          <a:ext cx="11302180" cy="378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0871A75-57E6-499D-9B57-B4EBD6B7B078}">
      <dsp:nvSpPr>
        <dsp:cNvPr id="0" name=""/>
        <dsp:cNvSpPr/>
      </dsp:nvSpPr>
      <dsp:spPr>
        <a:xfrm>
          <a:off x="565109" y="4123699"/>
          <a:ext cx="7911526"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9037" tIns="0" rIns="299037" bIns="0" numCol="1" spcCol="1270" anchor="ctr" anchorCtr="0">
          <a:noAutofit/>
        </a:bodyPr>
        <a:lstStyle/>
        <a:p>
          <a:pPr marL="0" lvl="0" indent="0" algn="l" defTabSz="666750">
            <a:lnSpc>
              <a:spcPct val="90000"/>
            </a:lnSpc>
            <a:spcBef>
              <a:spcPct val="0"/>
            </a:spcBef>
            <a:spcAft>
              <a:spcPct val="35000"/>
            </a:spcAft>
            <a:buNone/>
          </a:pPr>
          <a:r>
            <a:rPr lang="en-IN" sz="1500" b="1" kern="1200" dirty="0"/>
            <a:t>. Artificial Intelligence (AI) and advanced software architectures</a:t>
          </a:r>
          <a:endParaRPr lang="en-IN" sz="1500" kern="1200" dirty="0"/>
        </a:p>
      </dsp:txBody>
      <dsp:txXfrm>
        <a:off x="586725" y="4145315"/>
        <a:ext cx="7868294"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E0EC2E-8374-4AE0-8E87-F4B520EBD8C4}" type="datetimeFigureOut">
              <a:rPr lang="en-IN" smtClean="0"/>
              <a:t>23-09-2026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89548-F16E-4F9D-9DA7-C96DB66B1B76}" type="slidenum">
              <a:rPr lang="en-IN" smtClean="0"/>
              <a:t>‹#›</a:t>
            </a:fld>
            <a:endParaRPr lang="en-IN"/>
          </a:p>
        </p:txBody>
      </p:sp>
    </p:spTree>
    <p:extLst>
      <p:ext uri="{BB962C8B-B14F-4D97-AF65-F5344CB8AC3E}">
        <p14:creationId xmlns:p14="http://schemas.microsoft.com/office/powerpoint/2010/main" val="1964536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389548-F16E-4F9D-9DA7-C96DB66B1B76}" type="slidenum">
              <a:rPr lang="en-IN" smtClean="0"/>
              <a:t>1</a:t>
            </a:fld>
            <a:endParaRPr lang="en-IN"/>
          </a:p>
        </p:txBody>
      </p:sp>
    </p:spTree>
    <p:extLst>
      <p:ext uri="{BB962C8B-B14F-4D97-AF65-F5344CB8AC3E}">
        <p14:creationId xmlns:p14="http://schemas.microsoft.com/office/powerpoint/2010/main" val="419659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DC007-311C-72C3-833C-EF56AFCE13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38705-2311-EAD5-3352-5187D5F9B71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832E019-1D3E-0709-66A3-E72DAC4C6F0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1948E7C-D437-5682-F59F-7B488D8B3018}"/>
              </a:ext>
            </a:extLst>
          </p:cNvPr>
          <p:cNvSpPr>
            <a:spLocks noGrp="1"/>
          </p:cNvSpPr>
          <p:nvPr>
            <p:ph type="sldNum" sz="quarter" idx="5"/>
          </p:nvPr>
        </p:nvSpPr>
        <p:spPr/>
        <p:txBody>
          <a:bodyPr/>
          <a:lstStyle/>
          <a:p>
            <a:fld id="{BC389548-F16E-4F9D-9DA7-C96DB66B1B76}" type="slidenum">
              <a:rPr lang="en-IN" smtClean="0"/>
              <a:t>2</a:t>
            </a:fld>
            <a:endParaRPr lang="en-IN"/>
          </a:p>
        </p:txBody>
      </p:sp>
    </p:spTree>
    <p:extLst>
      <p:ext uri="{BB962C8B-B14F-4D97-AF65-F5344CB8AC3E}">
        <p14:creationId xmlns:p14="http://schemas.microsoft.com/office/powerpoint/2010/main" val="1848272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389548-F16E-4F9D-9DA7-C96DB66B1B76}" type="slidenum">
              <a:rPr lang="en-IN" smtClean="0"/>
              <a:t>4</a:t>
            </a:fld>
            <a:endParaRPr lang="en-IN"/>
          </a:p>
        </p:txBody>
      </p:sp>
    </p:spTree>
    <p:extLst>
      <p:ext uri="{BB962C8B-B14F-4D97-AF65-F5344CB8AC3E}">
        <p14:creationId xmlns:p14="http://schemas.microsoft.com/office/powerpoint/2010/main" val="52583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389548-F16E-4F9D-9DA7-C96DB66B1B76}" type="slidenum">
              <a:rPr lang="en-IN" smtClean="0"/>
              <a:t>7</a:t>
            </a:fld>
            <a:endParaRPr lang="en-IN"/>
          </a:p>
        </p:txBody>
      </p:sp>
    </p:spTree>
    <p:extLst>
      <p:ext uri="{BB962C8B-B14F-4D97-AF65-F5344CB8AC3E}">
        <p14:creationId xmlns:p14="http://schemas.microsoft.com/office/powerpoint/2010/main" val="2779364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6D27A-E677-91DE-1260-316D34B5E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879DE9-AFB8-5C11-A88F-7D764ACE36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B05402-963F-30C6-7F32-0D4333AE55F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F1EAFB0-430F-2401-51CF-A5AC8008A77C}"/>
              </a:ext>
            </a:extLst>
          </p:cNvPr>
          <p:cNvSpPr>
            <a:spLocks noGrp="1"/>
          </p:cNvSpPr>
          <p:nvPr>
            <p:ph type="sldNum" sz="quarter" idx="5"/>
          </p:nvPr>
        </p:nvSpPr>
        <p:spPr/>
        <p:txBody>
          <a:bodyPr/>
          <a:lstStyle/>
          <a:p>
            <a:fld id="{BC389548-F16E-4F9D-9DA7-C96DB66B1B76}" type="slidenum">
              <a:rPr lang="en-IN" smtClean="0"/>
              <a:t>8</a:t>
            </a:fld>
            <a:endParaRPr lang="en-IN"/>
          </a:p>
        </p:txBody>
      </p:sp>
    </p:spTree>
    <p:extLst>
      <p:ext uri="{BB962C8B-B14F-4D97-AF65-F5344CB8AC3E}">
        <p14:creationId xmlns:p14="http://schemas.microsoft.com/office/powerpoint/2010/main" val="2450939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389548-F16E-4F9D-9DA7-C96DB66B1B76}" type="slidenum">
              <a:rPr lang="en-IN" smtClean="0"/>
              <a:t>13</a:t>
            </a:fld>
            <a:endParaRPr lang="en-IN"/>
          </a:p>
        </p:txBody>
      </p:sp>
    </p:spTree>
    <p:extLst>
      <p:ext uri="{BB962C8B-B14F-4D97-AF65-F5344CB8AC3E}">
        <p14:creationId xmlns:p14="http://schemas.microsoft.com/office/powerpoint/2010/main" val="1848557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tripadvisor.in/HotelsNear-g304551-d34348859-Bharat_Mandapam-New_Delhi_National_Capital_Territory_of_Delhi.html" TargetMode="External"/><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FE076F-916E-D066-9DBE-972F630510DD}"/>
              </a:ext>
            </a:extLst>
          </p:cNvPr>
          <p:cNvPicPr>
            <a:picLocks noChangeAspect="1"/>
          </p:cNvPicPr>
          <p:nvPr/>
        </p:nvPicPr>
        <p:blipFill>
          <a:blip r:embed="rId3"/>
          <a:stretch>
            <a:fillRect/>
          </a:stretch>
        </p:blipFill>
        <p:spPr>
          <a:xfrm>
            <a:off x="566020" y="1455656"/>
            <a:ext cx="5209464" cy="3706279"/>
          </a:xfrm>
          <a:prstGeom prst="rect">
            <a:avLst/>
          </a:prstGeom>
        </p:spPr>
        <p:style>
          <a:lnRef idx="2">
            <a:schemeClr val="accent1"/>
          </a:lnRef>
          <a:fillRef idx="1">
            <a:schemeClr val="lt1"/>
          </a:fillRef>
          <a:effectRef idx="0">
            <a:schemeClr val="accent1"/>
          </a:effectRef>
          <a:fontRef idx="minor">
            <a:schemeClr val="dk1"/>
          </a:fontRef>
        </p:style>
      </p:pic>
      <p:sp>
        <p:nvSpPr>
          <p:cNvPr id="7" name="TextBox 6">
            <a:extLst>
              <a:ext uri="{FF2B5EF4-FFF2-40B4-BE49-F238E27FC236}">
                <a16:creationId xmlns:a16="http://schemas.microsoft.com/office/drawing/2014/main" id="{4CE7FF4F-54E8-E8B2-0333-4FD2E7556863}"/>
              </a:ext>
            </a:extLst>
          </p:cNvPr>
          <p:cNvSpPr txBox="1"/>
          <p:nvPr/>
        </p:nvSpPr>
        <p:spPr>
          <a:xfrm>
            <a:off x="491613" y="571363"/>
            <a:ext cx="11208774" cy="523220"/>
          </a:xfrm>
          <a:prstGeom prst="rect">
            <a:avLst/>
          </a:prstGeom>
          <a:noFill/>
        </p:spPr>
        <p:txBody>
          <a:bodyPr wrap="square">
            <a:spAutoFit/>
          </a:bodyPr>
          <a:lstStyle/>
          <a:p>
            <a:r>
              <a:rPr lang="en-IN" sz="2800" dirty="0">
                <a:solidFill>
                  <a:schemeClr val="accent5">
                    <a:lumMod val="50000"/>
                  </a:schemeClr>
                </a:solidFill>
                <a:latin typeface="ADLaM Display" panose="02010000000000000000" pitchFamily="2" charset="0"/>
                <a:ea typeface="ADLaM Display" panose="02010000000000000000" pitchFamily="2" charset="0"/>
                <a:cs typeface="ADLaM Display" panose="02010000000000000000" pitchFamily="2" charset="0"/>
              </a:rPr>
              <a:t>India International Strategic Minerals Expo (IISMExpo) - 2027</a:t>
            </a:r>
          </a:p>
        </p:txBody>
      </p:sp>
      <p:sp>
        <p:nvSpPr>
          <p:cNvPr id="9" name="TextBox 8">
            <a:extLst>
              <a:ext uri="{FF2B5EF4-FFF2-40B4-BE49-F238E27FC236}">
                <a16:creationId xmlns:a16="http://schemas.microsoft.com/office/drawing/2014/main" id="{5490DDBD-1E62-4473-56EE-0983E8C26A00}"/>
              </a:ext>
            </a:extLst>
          </p:cNvPr>
          <p:cNvSpPr txBox="1"/>
          <p:nvPr/>
        </p:nvSpPr>
        <p:spPr>
          <a:xfrm>
            <a:off x="982610" y="5311300"/>
            <a:ext cx="1779638" cy="369332"/>
          </a:xfrm>
          <a:prstGeom prst="rect">
            <a:avLst/>
          </a:prstGeom>
          <a:noFill/>
        </p:spPr>
        <p:txBody>
          <a:bodyPr wrap="square">
            <a:spAutoFit/>
          </a:bodyPr>
          <a:lstStyle/>
          <a:p>
            <a:r>
              <a:rPr lang="en-US" i="1" dirty="0"/>
              <a:t>O</a:t>
            </a:r>
            <a:r>
              <a:rPr lang="en-IN" i="1" dirty="0" err="1"/>
              <a:t>rganized</a:t>
            </a:r>
            <a:r>
              <a:rPr lang="en-IN" i="1" dirty="0"/>
              <a:t> by:</a:t>
            </a:r>
          </a:p>
        </p:txBody>
      </p:sp>
      <p:pic>
        <p:nvPicPr>
          <p:cNvPr id="12" name="Picture 11">
            <a:extLst>
              <a:ext uri="{FF2B5EF4-FFF2-40B4-BE49-F238E27FC236}">
                <a16:creationId xmlns:a16="http://schemas.microsoft.com/office/drawing/2014/main" id="{3E6017FA-7935-A19E-B104-2B99E2D752B9}"/>
              </a:ext>
            </a:extLst>
          </p:cNvPr>
          <p:cNvPicPr>
            <a:picLocks noChangeAspect="1"/>
          </p:cNvPicPr>
          <p:nvPr/>
        </p:nvPicPr>
        <p:blipFill>
          <a:blip r:embed="rId4"/>
          <a:stretch>
            <a:fillRect/>
          </a:stretch>
        </p:blipFill>
        <p:spPr>
          <a:xfrm>
            <a:off x="1253545" y="5630107"/>
            <a:ext cx="819759" cy="712410"/>
          </a:xfrm>
          <a:prstGeom prst="rect">
            <a:avLst/>
          </a:prstGeom>
          <a:noFill/>
          <a:ln>
            <a:noFill/>
          </a:ln>
        </p:spPr>
      </p:pic>
      <p:sp>
        <p:nvSpPr>
          <p:cNvPr id="14" name="TextBox 13">
            <a:extLst>
              <a:ext uri="{FF2B5EF4-FFF2-40B4-BE49-F238E27FC236}">
                <a16:creationId xmlns:a16="http://schemas.microsoft.com/office/drawing/2014/main" id="{CD668014-A071-7A0F-4E22-E8771260079F}"/>
              </a:ext>
            </a:extLst>
          </p:cNvPr>
          <p:cNvSpPr txBox="1"/>
          <p:nvPr/>
        </p:nvSpPr>
        <p:spPr>
          <a:xfrm>
            <a:off x="491613" y="6285853"/>
            <a:ext cx="2399070" cy="369332"/>
          </a:xfrm>
          <a:prstGeom prst="rect">
            <a:avLst/>
          </a:prstGeom>
          <a:noFill/>
        </p:spPr>
        <p:txBody>
          <a:bodyPr wrap="square">
            <a:spAutoFit/>
          </a:bodyPr>
          <a:lstStyle/>
          <a:p>
            <a:r>
              <a:rPr lang="en-US" dirty="0">
                <a:solidFill>
                  <a:srgbClr val="FF0000"/>
                </a:solidFill>
                <a:latin typeface="Arial Black" panose="020B0A04020102020204" pitchFamily="34" charset="0"/>
              </a:rPr>
              <a:t>AMIGO</a:t>
            </a:r>
            <a:r>
              <a:rPr lang="en-US" dirty="0">
                <a:solidFill>
                  <a:schemeClr val="bg1">
                    <a:lumMod val="65000"/>
                  </a:schemeClr>
                </a:solidFill>
                <a:latin typeface="Arial Black" panose="020B0A04020102020204" pitchFamily="34" charset="0"/>
              </a:rPr>
              <a:t>CONNECT</a:t>
            </a:r>
            <a:endParaRPr lang="en-IN" sz="1800" dirty="0">
              <a:solidFill>
                <a:schemeClr val="bg1">
                  <a:lumMod val="65000"/>
                </a:schemeClr>
              </a:solidFill>
              <a:latin typeface="Arial Black" panose="020B0A04020102020204" pitchFamily="34" charset="0"/>
            </a:endParaRPr>
          </a:p>
        </p:txBody>
      </p:sp>
      <p:sp>
        <p:nvSpPr>
          <p:cNvPr id="18" name="TextBox 17">
            <a:extLst>
              <a:ext uri="{FF2B5EF4-FFF2-40B4-BE49-F238E27FC236}">
                <a16:creationId xmlns:a16="http://schemas.microsoft.com/office/drawing/2014/main" id="{DA4FBD29-B0C4-60EE-EBC7-E8891E40B039}"/>
              </a:ext>
            </a:extLst>
          </p:cNvPr>
          <p:cNvSpPr txBox="1"/>
          <p:nvPr/>
        </p:nvSpPr>
        <p:spPr>
          <a:xfrm>
            <a:off x="3642911" y="5330480"/>
            <a:ext cx="2084439" cy="369332"/>
          </a:xfrm>
          <a:prstGeom prst="rect">
            <a:avLst/>
          </a:prstGeom>
          <a:noFill/>
        </p:spPr>
        <p:txBody>
          <a:bodyPr wrap="square">
            <a:spAutoFit/>
          </a:bodyPr>
          <a:lstStyle/>
          <a:p>
            <a:r>
              <a:rPr lang="en-US" i="1" dirty="0"/>
              <a:t>Supported by</a:t>
            </a:r>
            <a:r>
              <a:rPr lang="en-IN" sz="1800" i="1" dirty="0"/>
              <a:t>:</a:t>
            </a:r>
          </a:p>
        </p:txBody>
      </p:sp>
      <p:pic>
        <p:nvPicPr>
          <p:cNvPr id="24" name="Picture 23" descr="Ministry of MSME takes various steps for promotion and development of MSME sector - India Education | Latest Education News | Global Educational News | Recent Educational News">
            <a:extLst>
              <a:ext uri="{FF2B5EF4-FFF2-40B4-BE49-F238E27FC236}">
                <a16:creationId xmlns:a16="http://schemas.microsoft.com/office/drawing/2014/main" id="{A9FAFC08-B597-7564-3C12-080091F145E4}"/>
              </a:ext>
            </a:extLst>
          </p:cNvPr>
          <p:cNvPicPr>
            <a:picLocks noChangeAspect="1"/>
          </p:cNvPicPr>
          <p:nvPr/>
        </p:nvPicPr>
        <p:blipFill>
          <a:blip r:embed="rId5"/>
          <a:stretch>
            <a:fillRect/>
          </a:stretch>
        </p:blipFill>
        <p:spPr>
          <a:xfrm>
            <a:off x="2835236" y="5947016"/>
            <a:ext cx="1451748" cy="708170"/>
          </a:xfrm>
          <a:prstGeom prst="rect">
            <a:avLst/>
          </a:prstGeom>
        </p:spPr>
      </p:pic>
      <p:pic>
        <p:nvPicPr>
          <p:cNvPr id="26" name="Picture 25" descr="Ministry of Coal - Wikipedia">
            <a:extLst>
              <a:ext uri="{FF2B5EF4-FFF2-40B4-BE49-F238E27FC236}">
                <a16:creationId xmlns:a16="http://schemas.microsoft.com/office/drawing/2014/main" id="{90794D28-8B5C-7D85-E449-F292DCF13CDE}"/>
              </a:ext>
            </a:extLst>
          </p:cNvPr>
          <p:cNvPicPr>
            <a:picLocks noChangeAspect="1"/>
          </p:cNvPicPr>
          <p:nvPr/>
        </p:nvPicPr>
        <p:blipFill>
          <a:blip r:embed="rId6"/>
          <a:stretch>
            <a:fillRect/>
          </a:stretch>
        </p:blipFill>
        <p:spPr>
          <a:xfrm>
            <a:off x="4651976" y="5990882"/>
            <a:ext cx="1315375" cy="646330"/>
          </a:xfrm>
          <a:prstGeom prst="rect">
            <a:avLst/>
          </a:prstGeom>
        </p:spPr>
      </p:pic>
      <p:sp>
        <p:nvSpPr>
          <p:cNvPr id="28" name="TextBox 27">
            <a:extLst>
              <a:ext uri="{FF2B5EF4-FFF2-40B4-BE49-F238E27FC236}">
                <a16:creationId xmlns:a16="http://schemas.microsoft.com/office/drawing/2014/main" id="{AC0E597A-357C-B3ED-ED53-4030C292EE28}"/>
              </a:ext>
            </a:extLst>
          </p:cNvPr>
          <p:cNvSpPr txBox="1"/>
          <p:nvPr/>
        </p:nvSpPr>
        <p:spPr>
          <a:xfrm>
            <a:off x="9588603" y="6470519"/>
            <a:ext cx="2937692"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dirty="0">
                <a:ln>
                  <a:noFill/>
                </a:ln>
                <a:solidFill>
                  <a:srgbClr val="1F497D"/>
                </a:solidFill>
                <a:effectLst/>
                <a:uLnTx/>
                <a:uFillTx/>
                <a:latin typeface="Calibri" panose="020F0502020204030204"/>
                <a:ea typeface="+mn-ea"/>
                <a:cs typeface="+mn-cs"/>
              </a:rPr>
              <a:t>Website: www.iismexpo.Com</a:t>
            </a:r>
          </a:p>
        </p:txBody>
      </p:sp>
      <p:sp>
        <p:nvSpPr>
          <p:cNvPr id="3" name="TextBox 2">
            <a:extLst>
              <a:ext uri="{FF2B5EF4-FFF2-40B4-BE49-F238E27FC236}">
                <a16:creationId xmlns:a16="http://schemas.microsoft.com/office/drawing/2014/main" id="{1AE87DCE-AEF8-43F9-7E94-C3019435FCD8}"/>
              </a:ext>
            </a:extLst>
          </p:cNvPr>
          <p:cNvSpPr txBox="1"/>
          <p:nvPr/>
        </p:nvSpPr>
        <p:spPr>
          <a:xfrm>
            <a:off x="6332344" y="5524200"/>
            <a:ext cx="5702340" cy="646331"/>
          </a:xfrm>
          <a:prstGeom prst="rect">
            <a:avLst/>
          </a:prstGeom>
          <a:noFill/>
        </p:spPr>
        <p:txBody>
          <a:bodyPr wrap="square">
            <a:spAutoFit/>
          </a:bodyPr>
          <a:lstStyle/>
          <a:p>
            <a:r>
              <a:rPr lang="en-IN" dirty="0">
                <a:solidFill>
                  <a:schemeClr val="accent3">
                    <a:lumMod val="75000"/>
                  </a:schemeClr>
                </a:solidFill>
                <a:latin typeface="Segoe UI Black" panose="020B0A02040204020203" pitchFamily="34" charset="0"/>
                <a:ea typeface="Segoe UI Black" panose="020B0A02040204020203" pitchFamily="34" charset="0"/>
              </a:rPr>
              <a:t>15,000+ 		250+ 		500+ </a:t>
            </a:r>
          </a:p>
          <a:p>
            <a:r>
              <a:rPr lang="en-IN" dirty="0">
                <a:solidFill>
                  <a:schemeClr val="accent3">
                    <a:lumMod val="75000"/>
                  </a:schemeClr>
                </a:solidFill>
                <a:latin typeface="Segoe UI Black" panose="020B0A02040204020203" pitchFamily="34" charset="0"/>
                <a:ea typeface="Segoe UI Black" panose="020B0A02040204020203" pitchFamily="34" charset="0"/>
              </a:rPr>
              <a:t>Exhibitors 	VIP Buyers 	Meeting Visitors</a:t>
            </a:r>
          </a:p>
        </p:txBody>
      </p:sp>
      <p:sp>
        <p:nvSpPr>
          <p:cNvPr id="4" name="TextBox 3">
            <a:extLst>
              <a:ext uri="{FF2B5EF4-FFF2-40B4-BE49-F238E27FC236}">
                <a16:creationId xmlns:a16="http://schemas.microsoft.com/office/drawing/2014/main" id="{0E2E8E19-17DF-E87C-9FA5-1588A9694949}"/>
              </a:ext>
            </a:extLst>
          </p:cNvPr>
          <p:cNvSpPr txBox="1"/>
          <p:nvPr/>
        </p:nvSpPr>
        <p:spPr>
          <a:xfrm>
            <a:off x="5958533" y="1395110"/>
            <a:ext cx="6096000" cy="4067780"/>
          </a:xfrm>
          <a:prstGeom prst="rect">
            <a:avLst/>
          </a:prstGeom>
          <a:noFill/>
        </p:spPr>
        <p:txBody>
          <a:bodyPr wrap="square">
            <a:spAutoFit/>
          </a:bodyPr>
          <a:lstStyle/>
          <a:p>
            <a:pPr algn="just">
              <a:lnSpc>
                <a:spcPct val="100000"/>
              </a:lnSpc>
              <a:spcAft>
                <a:spcPts val="800"/>
              </a:spcAft>
              <a:buNone/>
            </a:pPr>
            <a:r>
              <a:rPr lang="en-IN" sz="2100" kern="0" dirty="0">
                <a:effectLst/>
                <a:latin typeface="+mn-lt"/>
                <a:ea typeface="Times New Roman" panose="02020603050405020304" pitchFamily="18" charset="0"/>
                <a:cs typeface="Calibri" panose="020F0502020204030204" pitchFamily="34" charset="0"/>
              </a:rPr>
              <a:t>The </a:t>
            </a:r>
            <a:r>
              <a:rPr lang="en-IN" sz="2100" b="1" kern="0" dirty="0">
                <a:effectLst/>
                <a:latin typeface="+mn-lt"/>
                <a:ea typeface="Times New Roman" panose="02020603050405020304" pitchFamily="18" charset="0"/>
                <a:cs typeface="Calibri" panose="020F0502020204030204" pitchFamily="34" charset="0"/>
              </a:rPr>
              <a:t>India International Strategic Minerals Expo (IISME)</a:t>
            </a:r>
            <a:r>
              <a:rPr lang="en-IN" sz="2100" kern="0" dirty="0">
                <a:effectLst/>
                <a:latin typeface="+mn-lt"/>
                <a:ea typeface="Times New Roman" panose="02020603050405020304" pitchFamily="18" charset="0"/>
                <a:cs typeface="Calibri" panose="020F0502020204030204" pitchFamily="34" charset="0"/>
              </a:rPr>
              <a:t> is one of the India’s premier business and knowledge platforms dedicated to the future, that protects and promotes the interests of India's Rare Earth Mining, Metal, and Mineral-based sectors and allied industries.</a:t>
            </a:r>
            <a:endParaRPr lang="en-IN" sz="2100" kern="100" dirty="0">
              <a:effectLst/>
              <a:latin typeface="+mn-lt"/>
              <a:ea typeface="Calibri" panose="020F0502020204030204" pitchFamily="34" charset="0"/>
              <a:cs typeface="Times New Roman" panose="02020603050405020304" pitchFamily="18" charset="0"/>
            </a:endParaRPr>
          </a:p>
          <a:p>
            <a:pPr algn="just">
              <a:lnSpc>
                <a:spcPct val="100000"/>
              </a:lnSpc>
              <a:spcAft>
                <a:spcPts val="800"/>
              </a:spcAft>
              <a:buNone/>
            </a:pPr>
            <a:r>
              <a:rPr lang="en-IN" sz="2100" kern="0" dirty="0">
                <a:effectLst/>
                <a:latin typeface="+mn-lt"/>
                <a:ea typeface="Times New Roman" panose="02020603050405020304" pitchFamily="18" charset="0"/>
                <a:cs typeface="Calibri" panose="020F0502020204030204" pitchFamily="34" charset="0"/>
              </a:rPr>
              <a:t>Bringing together Mining companies, manufactures, Technology providers, Government organisations, Research institutions, Startups, Importers and Exporters, Distributors </a:t>
            </a:r>
            <a:r>
              <a:rPr lang="en-IN" sz="2100" b="1" kern="0" dirty="0">
                <a:effectLst/>
                <a:latin typeface="+mn-lt"/>
                <a:ea typeface="Times New Roman" panose="02020603050405020304" pitchFamily="18" charset="0"/>
                <a:cs typeface="Calibri" panose="020F0502020204030204" pitchFamily="34" charset="0"/>
              </a:rPr>
              <a:t>IISME</a:t>
            </a:r>
            <a:r>
              <a:rPr lang="en-IN" sz="2100" kern="0" dirty="0">
                <a:effectLst/>
                <a:latin typeface="+mn-lt"/>
                <a:ea typeface="Times New Roman" panose="02020603050405020304" pitchFamily="18" charset="0"/>
                <a:cs typeface="Calibri" panose="020F0502020204030204" pitchFamily="34" charset="0"/>
              </a:rPr>
              <a:t> creates a dynamic ecosystem for collaborations and growth.</a:t>
            </a:r>
            <a:endParaRPr lang="en-IN" sz="2100" kern="100" dirty="0">
              <a:effectLst/>
              <a:latin typeface="+mn-lt"/>
              <a:ea typeface="Calibri" panose="020F0502020204030204" pitchFamily="34" charset="0"/>
              <a:cs typeface="Times New Roman" panose="02020603050405020304" pitchFamily="18" charset="0"/>
            </a:endParaRPr>
          </a:p>
          <a:p>
            <a:pPr>
              <a:lnSpc>
                <a:spcPct val="100000"/>
              </a:lnSpc>
              <a:spcAft>
                <a:spcPts val="800"/>
              </a:spcAft>
              <a:buNone/>
            </a:pPr>
            <a:r>
              <a:rPr lang="en-IN" sz="1400" kern="0" dirty="0">
                <a:effectLst/>
                <a:latin typeface="+mn-lt"/>
                <a:ea typeface="Times New Roman" panose="02020603050405020304" pitchFamily="18" charset="0"/>
                <a:cs typeface="Calibri" panose="020F0502020204030204" pitchFamily="34" charset="0"/>
              </a:rPr>
              <a:t>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26040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CB408-972A-BC76-8937-1AA674D1B7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6BAADDF-1A8D-69CD-8170-52E775F05E27}"/>
              </a:ext>
            </a:extLst>
          </p:cNvPr>
          <p:cNvPicPr>
            <a:picLocks noChangeAspect="1"/>
          </p:cNvPicPr>
          <p:nvPr/>
        </p:nvPicPr>
        <p:blipFill>
          <a:blip r:embed="rId3"/>
          <a:srcRect/>
          <a:stretch/>
        </p:blipFill>
        <p:spPr>
          <a:xfrm>
            <a:off x="482062" y="1474279"/>
            <a:ext cx="4966056" cy="3972792"/>
          </a:xfrm>
          <a:prstGeom prst="rect">
            <a:avLst/>
          </a:prstGeom>
        </p:spPr>
        <p:style>
          <a:lnRef idx="0">
            <a:schemeClr val="accent1"/>
          </a:lnRef>
          <a:fillRef idx="3">
            <a:schemeClr val="accent1"/>
          </a:fillRef>
          <a:effectRef idx="3">
            <a:schemeClr val="accent1"/>
          </a:effectRef>
          <a:fontRef idx="minor">
            <a:schemeClr val="lt1"/>
          </a:fontRef>
        </p:style>
      </p:pic>
      <p:sp>
        <p:nvSpPr>
          <p:cNvPr id="7" name="TextBox 6">
            <a:extLst>
              <a:ext uri="{FF2B5EF4-FFF2-40B4-BE49-F238E27FC236}">
                <a16:creationId xmlns:a16="http://schemas.microsoft.com/office/drawing/2014/main" id="{759C06B5-07BF-D494-4F24-7C40A218BA2F}"/>
              </a:ext>
            </a:extLst>
          </p:cNvPr>
          <p:cNvSpPr txBox="1"/>
          <p:nvPr/>
        </p:nvSpPr>
        <p:spPr>
          <a:xfrm>
            <a:off x="491613" y="571363"/>
            <a:ext cx="11208774" cy="523220"/>
          </a:xfrm>
          <a:prstGeom prst="rect">
            <a:avLst/>
          </a:prstGeom>
          <a:noFill/>
        </p:spPr>
        <p:txBody>
          <a:bodyPr wrap="square">
            <a:spAutoFit/>
          </a:bodyPr>
          <a:lstStyle/>
          <a:p>
            <a:r>
              <a:rPr lang="en-IN" sz="2800" dirty="0">
                <a:solidFill>
                  <a:schemeClr val="accent5">
                    <a:lumMod val="50000"/>
                  </a:schemeClr>
                </a:solidFill>
                <a:latin typeface="ADLaM Display" panose="02010000000000000000" pitchFamily="2" charset="0"/>
                <a:ea typeface="ADLaM Display" panose="02010000000000000000" pitchFamily="2" charset="0"/>
                <a:cs typeface="ADLaM Display" panose="02010000000000000000" pitchFamily="2" charset="0"/>
              </a:rPr>
              <a:t>India International Strategic Minerals Expo (IISMExpo) - 2027</a:t>
            </a:r>
          </a:p>
        </p:txBody>
      </p:sp>
      <p:pic>
        <p:nvPicPr>
          <p:cNvPr id="12" name="Picture 11">
            <a:extLst>
              <a:ext uri="{FF2B5EF4-FFF2-40B4-BE49-F238E27FC236}">
                <a16:creationId xmlns:a16="http://schemas.microsoft.com/office/drawing/2014/main" id="{A6601980-1096-17D3-52A2-8F793185AFC2}"/>
              </a:ext>
            </a:extLst>
          </p:cNvPr>
          <p:cNvPicPr>
            <a:picLocks noChangeAspect="1"/>
          </p:cNvPicPr>
          <p:nvPr/>
        </p:nvPicPr>
        <p:blipFill>
          <a:blip r:embed="rId4"/>
          <a:stretch>
            <a:fillRect/>
          </a:stretch>
        </p:blipFill>
        <p:spPr>
          <a:xfrm>
            <a:off x="1239684" y="5751093"/>
            <a:ext cx="707104" cy="614507"/>
          </a:xfrm>
          <a:prstGeom prst="rect">
            <a:avLst/>
          </a:prstGeom>
          <a:noFill/>
          <a:ln>
            <a:noFill/>
          </a:ln>
        </p:spPr>
      </p:pic>
      <p:sp>
        <p:nvSpPr>
          <p:cNvPr id="14" name="TextBox 13">
            <a:extLst>
              <a:ext uri="{FF2B5EF4-FFF2-40B4-BE49-F238E27FC236}">
                <a16:creationId xmlns:a16="http://schemas.microsoft.com/office/drawing/2014/main" id="{1731B44D-A61E-A680-6560-603271C96C5C}"/>
              </a:ext>
            </a:extLst>
          </p:cNvPr>
          <p:cNvSpPr txBox="1"/>
          <p:nvPr/>
        </p:nvSpPr>
        <p:spPr>
          <a:xfrm>
            <a:off x="463889" y="6360211"/>
            <a:ext cx="2399070" cy="369332"/>
          </a:xfrm>
          <a:prstGeom prst="rect">
            <a:avLst/>
          </a:prstGeom>
          <a:noFill/>
        </p:spPr>
        <p:txBody>
          <a:bodyPr wrap="square">
            <a:spAutoFit/>
          </a:bodyPr>
          <a:lstStyle/>
          <a:p>
            <a:r>
              <a:rPr lang="en-US" dirty="0">
                <a:solidFill>
                  <a:srgbClr val="FF0000"/>
                </a:solidFill>
                <a:latin typeface="Arial Black" panose="020B0A04020102020204" pitchFamily="34" charset="0"/>
              </a:rPr>
              <a:t>AMIGO</a:t>
            </a:r>
            <a:r>
              <a:rPr lang="en-US" dirty="0">
                <a:solidFill>
                  <a:schemeClr val="bg1">
                    <a:lumMod val="65000"/>
                  </a:schemeClr>
                </a:solidFill>
                <a:latin typeface="Arial Black" panose="020B0A04020102020204" pitchFamily="34" charset="0"/>
              </a:rPr>
              <a:t>CONNECT</a:t>
            </a:r>
            <a:endParaRPr lang="en-IN" sz="1800" dirty="0">
              <a:solidFill>
                <a:schemeClr val="bg1">
                  <a:lumMod val="65000"/>
                </a:schemeClr>
              </a:solidFill>
              <a:latin typeface="Arial Black" panose="020B0A04020102020204" pitchFamily="34" charset="0"/>
            </a:endParaRPr>
          </a:p>
        </p:txBody>
      </p:sp>
      <p:sp>
        <p:nvSpPr>
          <p:cNvPr id="28" name="TextBox 27">
            <a:extLst>
              <a:ext uri="{FF2B5EF4-FFF2-40B4-BE49-F238E27FC236}">
                <a16:creationId xmlns:a16="http://schemas.microsoft.com/office/drawing/2014/main" id="{0D96D31B-5800-2385-7C91-06862ED85CE9}"/>
              </a:ext>
            </a:extLst>
          </p:cNvPr>
          <p:cNvSpPr txBox="1"/>
          <p:nvPr/>
        </p:nvSpPr>
        <p:spPr>
          <a:xfrm>
            <a:off x="9657429" y="6470519"/>
            <a:ext cx="2937692" cy="307777"/>
          </a:xfrm>
          <a:prstGeom prst="rect">
            <a:avLst/>
          </a:prstGeom>
          <a:noFill/>
        </p:spPr>
        <p:txBody>
          <a:bodyPr wrap="square">
            <a:spAutoFit/>
          </a:bodyPr>
          <a:lstStyle/>
          <a:p>
            <a:r>
              <a:rPr lang="en-IN" sz="1400" i="1" dirty="0">
                <a:solidFill>
                  <a:schemeClr val="tx2"/>
                </a:solidFill>
              </a:rPr>
              <a:t>Website: www.iismexpo.Com</a:t>
            </a:r>
          </a:p>
        </p:txBody>
      </p:sp>
      <p:sp>
        <p:nvSpPr>
          <p:cNvPr id="3" name="TextBox 2">
            <a:extLst>
              <a:ext uri="{FF2B5EF4-FFF2-40B4-BE49-F238E27FC236}">
                <a16:creationId xmlns:a16="http://schemas.microsoft.com/office/drawing/2014/main" id="{25BF7D50-A3CA-F301-CCBC-90A746769BF0}"/>
              </a:ext>
            </a:extLst>
          </p:cNvPr>
          <p:cNvSpPr txBox="1"/>
          <p:nvPr/>
        </p:nvSpPr>
        <p:spPr>
          <a:xfrm>
            <a:off x="2835235" y="6083212"/>
            <a:ext cx="5906023" cy="646331"/>
          </a:xfrm>
          <a:prstGeom prst="rect">
            <a:avLst/>
          </a:prstGeom>
          <a:noFill/>
        </p:spPr>
        <p:txBody>
          <a:bodyPr wrap="square">
            <a:spAutoFit/>
          </a:bodyPr>
          <a:lstStyle/>
          <a:p>
            <a:r>
              <a:rPr lang="en-IN" dirty="0">
                <a:solidFill>
                  <a:schemeClr val="accent3">
                    <a:lumMod val="75000"/>
                  </a:schemeClr>
                </a:solidFill>
                <a:latin typeface="Segoe UI Black" panose="020B0A02040204020203" pitchFamily="34" charset="0"/>
                <a:ea typeface="Segoe UI Black" panose="020B0A02040204020203" pitchFamily="34" charset="0"/>
              </a:rPr>
              <a:t>200+ 		 		250+ 		5000+ </a:t>
            </a:r>
          </a:p>
          <a:p>
            <a:r>
              <a:rPr lang="en-IN" dirty="0">
                <a:solidFill>
                  <a:schemeClr val="accent3">
                    <a:lumMod val="75000"/>
                  </a:schemeClr>
                </a:solidFill>
                <a:latin typeface="Segoe UI Black" panose="020B0A02040204020203" pitchFamily="34" charset="0"/>
                <a:ea typeface="Segoe UI Black" panose="020B0A02040204020203" pitchFamily="34" charset="0"/>
              </a:rPr>
              <a:t>Exhibitors 		VIP Buyers 	     Visitors</a:t>
            </a:r>
          </a:p>
        </p:txBody>
      </p:sp>
      <p:sp>
        <p:nvSpPr>
          <p:cNvPr id="4" name="TextBox 3">
            <a:extLst>
              <a:ext uri="{FF2B5EF4-FFF2-40B4-BE49-F238E27FC236}">
                <a16:creationId xmlns:a16="http://schemas.microsoft.com/office/drawing/2014/main" id="{634289A7-B6A3-0E96-D2D8-B5116849461F}"/>
              </a:ext>
            </a:extLst>
          </p:cNvPr>
          <p:cNvSpPr txBox="1"/>
          <p:nvPr/>
        </p:nvSpPr>
        <p:spPr>
          <a:xfrm>
            <a:off x="5938683" y="1474279"/>
            <a:ext cx="6096000" cy="4196020"/>
          </a:xfrm>
          <a:prstGeom prst="rect">
            <a:avLst/>
          </a:prstGeom>
          <a:noFill/>
        </p:spPr>
        <p:txBody>
          <a:bodyPr wrap="square">
            <a:spAutoFit/>
          </a:bodyPr>
          <a:lstStyle/>
          <a:p>
            <a:pPr>
              <a:lnSpc>
                <a:spcPct val="100000"/>
              </a:lnSpc>
              <a:spcAft>
                <a:spcPts val="800"/>
              </a:spcAft>
              <a:buNone/>
            </a:pPr>
            <a:r>
              <a:rPr lang="en-IN" sz="1200" b="1" kern="0" dirty="0">
                <a:solidFill>
                  <a:schemeClr val="accent6">
                    <a:lumMod val="75000"/>
                  </a:schemeClr>
                </a:solidFill>
                <a:effectLst/>
                <a:latin typeface="Arial" panose="020B0604020202020204" pitchFamily="34" charset="0"/>
                <a:ea typeface="Times New Roman" panose="02020603050405020304" pitchFamily="18" charset="0"/>
                <a:cs typeface="Arial" panose="020B0604020202020204" pitchFamily="34" charset="0"/>
              </a:rPr>
              <a:t>Overview of India International Strategic Minerals Expo (IISME) </a:t>
            </a:r>
            <a:endParaRPr lang="en-IN" sz="1200" kern="1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p>
            <a:pPr marL="171450" lvl="0" indent="-171450">
              <a:lnSpc>
                <a:spcPct val="100000"/>
              </a:lnSpc>
              <a:spcAft>
                <a:spcPts val="800"/>
              </a:spcAft>
              <a:buSzPts val="1000"/>
              <a:buFont typeface="Arial" panose="020B0604020202020204" pitchFamily="34" charset="0"/>
              <a:buChar char="•"/>
              <a:tabLst>
                <a:tab pos="457200" algn="l"/>
              </a:tabLst>
            </a:pPr>
            <a:r>
              <a:rPr lang="en-IN" sz="1200" b="1" kern="0" dirty="0">
                <a:effectLst/>
                <a:latin typeface="Arial" panose="020B0604020202020204" pitchFamily="34" charset="0"/>
                <a:ea typeface="Times New Roman" panose="02020603050405020304" pitchFamily="18" charset="0"/>
                <a:cs typeface="Arial" panose="020B0604020202020204" pitchFamily="34" charset="0"/>
              </a:rPr>
              <a:t>Established:</a:t>
            </a:r>
            <a:r>
              <a:rPr lang="en-IN" sz="1200" kern="0" dirty="0">
                <a:effectLst/>
                <a:latin typeface="Arial" panose="020B0604020202020204" pitchFamily="34" charset="0"/>
                <a:ea typeface="Times New Roman" panose="02020603050405020304" pitchFamily="18" charset="0"/>
                <a:cs typeface="Arial" panose="020B0604020202020204" pitchFamily="34" charset="0"/>
              </a:rPr>
              <a:t> 2026 </a:t>
            </a:r>
            <a:endParaRPr lang="en-IN" sz="1200" kern="100" dirty="0">
              <a:effectLst/>
              <a:latin typeface="Arial" panose="020B0604020202020204" pitchFamily="34" charset="0"/>
              <a:ea typeface="Calibri" panose="020F0502020204030204" pitchFamily="34" charset="0"/>
              <a:cs typeface="Arial" panose="020B0604020202020204" pitchFamily="34" charset="0"/>
            </a:endParaRPr>
          </a:p>
          <a:p>
            <a:pPr marL="171450" lvl="0" indent="-171450">
              <a:lnSpc>
                <a:spcPct val="100000"/>
              </a:lnSpc>
              <a:spcAft>
                <a:spcPts val="800"/>
              </a:spcAft>
              <a:buSzPts val="1000"/>
              <a:buFont typeface="Arial" panose="020B0604020202020204" pitchFamily="34" charset="0"/>
              <a:buChar char="•"/>
              <a:tabLst>
                <a:tab pos="457200" algn="l"/>
              </a:tabLst>
            </a:pPr>
            <a:r>
              <a:rPr lang="en-IN" sz="1200" b="1" kern="0" dirty="0">
                <a:effectLst/>
                <a:latin typeface="Arial" panose="020B0604020202020204" pitchFamily="34" charset="0"/>
                <a:ea typeface="Times New Roman" panose="02020603050405020304" pitchFamily="18" charset="0"/>
                <a:cs typeface="Arial" panose="020B0604020202020204" pitchFamily="34" charset="0"/>
              </a:rPr>
              <a:t>Role:</a:t>
            </a:r>
            <a:r>
              <a:rPr lang="en-IN" sz="1200" kern="0" dirty="0">
                <a:effectLst/>
                <a:latin typeface="Arial" panose="020B0604020202020204" pitchFamily="34" charset="0"/>
                <a:ea typeface="Times New Roman" panose="02020603050405020304" pitchFamily="18" charset="0"/>
                <a:cs typeface="Arial" panose="020B0604020202020204" pitchFamily="34" charset="0"/>
              </a:rPr>
              <a:t> Provide Platforms to protects and promotes the interests of India's Rare Earth Mining, Metal, and Mineral Sectors</a:t>
            </a:r>
            <a:endParaRPr lang="en-IN" sz="1200" kern="100" dirty="0">
              <a:effectLst/>
              <a:latin typeface="Arial" panose="020B0604020202020204" pitchFamily="34" charset="0"/>
              <a:ea typeface="Calibri" panose="020F0502020204030204" pitchFamily="34" charset="0"/>
              <a:cs typeface="Arial" panose="020B0604020202020204" pitchFamily="34" charset="0"/>
            </a:endParaRPr>
          </a:p>
          <a:p>
            <a:pPr marL="171450" lvl="0" indent="-171450">
              <a:lnSpc>
                <a:spcPct val="100000"/>
              </a:lnSpc>
              <a:spcAft>
                <a:spcPts val="800"/>
              </a:spcAft>
              <a:buSzPts val="1000"/>
              <a:buFont typeface="Arial" panose="020B0604020202020204" pitchFamily="34" charset="0"/>
              <a:buChar char="•"/>
              <a:tabLst>
                <a:tab pos="457200" algn="l"/>
              </a:tabLst>
            </a:pPr>
            <a:r>
              <a:rPr lang="en-IN" sz="1200" b="1" kern="0" dirty="0">
                <a:effectLst/>
                <a:latin typeface="Arial" panose="020B0604020202020204" pitchFamily="34" charset="0"/>
                <a:ea typeface="Times New Roman" panose="02020603050405020304" pitchFamily="18" charset="0"/>
                <a:cs typeface="Arial" panose="020B0604020202020204" pitchFamily="34" charset="0"/>
              </a:rPr>
              <a:t>Sectors Covered:</a:t>
            </a:r>
            <a:r>
              <a:rPr lang="en-IN" sz="1200" kern="0" dirty="0">
                <a:effectLst/>
                <a:latin typeface="Arial" panose="020B0604020202020204" pitchFamily="34" charset="0"/>
                <a:ea typeface="Times New Roman" panose="02020603050405020304" pitchFamily="18" charset="0"/>
                <a:cs typeface="Arial" panose="020B0604020202020204" pitchFamily="34" charset="0"/>
              </a:rPr>
              <a:t> Private, Joint, and Public Sectors </a:t>
            </a:r>
          </a:p>
          <a:p>
            <a:r>
              <a:rPr lang="en-IN" sz="1200" dirty="0">
                <a:latin typeface="Arial" panose="020B0604020202020204" pitchFamily="34" charset="0"/>
                <a:cs typeface="Arial" panose="020B0604020202020204" pitchFamily="34" charset="0"/>
              </a:rPr>
              <a:t> </a:t>
            </a:r>
          </a:p>
          <a:p>
            <a:r>
              <a:rPr lang="en-IN" sz="1200" b="1" dirty="0">
                <a:solidFill>
                  <a:schemeClr val="accent6">
                    <a:lumMod val="75000"/>
                  </a:schemeClr>
                </a:solidFill>
                <a:latin typeface="Arial" panose="020B0604020202020204" pitchFamily="34" charset="0"/>
                <a:cs typeface="Arial" panose="020B0604020202020204" pitchFamily="34" charset="0"/>
              </a:rPr>
              <a:t>IISME dedicated to promote wide range of natural resource and processing fields: </a:t>
            </a:r>
            <a:endParaRPr lang="en-IN" sz="1200" dirty="0">
              <a:solidFill>
                <a:schemeClr val="accent6">
                  <a:lumMod val="75000"/>
                </a:schemeClr>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IN" sz="1200" dirty="0">
                <a:latin typeface="Arial" panose="020B0604020202020204" pitchFamily="34" charset="0"/>
                <a:cs typeface="Arial" panose="020B0604020202020204" pitchFamily="34" charset="0"/>
              </a:rPr>
              <a:t>Rare Earth Metals</a:t>
            </a:r>
          </a:p>
          <a:p>
            <a:pPr marL="171450" lvl="0" indent="-171450">
              <a:buFont typeface="Arial" panose="020B0604020202020204" pitchFamily="34" charset="0"/>
              <a:buChar char="•"/>
            </a:pPr>
            <a:r>
              <a:rPr lang="en-IN" sz="1200" dirty="0">
                <a:latin typeface="Arial" panose="020B0604020202020204" pitchFamily="34" charset="0"/>
                <a:cs typeface="Arial" panose="020B0604020202020204" pitchFamily="34" charset="0"/>
              </a:rPr>
              <a:t>Mining and coal </a:t>
            </a:r>
          </a:p>
          <a:p>
            <a:pPr marL="171450" lvl="0" indent="-171450">
              <a:buFont typeface="Arial" panose="020B0604020202020204" pitchFamily="34" charset="0"/>
              <a:buChar char="•"/>
            </a:pPr>
            <a:r>
              <a:rPr lang="en-IN" sz="1200" dirty="0">
                <a:latin typeface="Arial" panose="020B0604020202020204" pitchFamily="34" charset="0"/>
                <a:cs typeface="Arial" panose="020B0604020202020204" pitchFamily="34" charset="0"/>
              </a:rPr>
              <a:t>Metal making and mineral processing </a:t>
            </a:r>
          </a:p>
          <a:p>
            <a:pPr marL="171450" lvl="0" indent="-171450">
              <a:buFont typeface="Arial" panose="020B0604020202020204" pitchFamily="34" charset="0"/>
              <a:buChar char="•"/>
            </a:pPr>
            <a:r>
              <a:rPr lang="en-IN" sz="1200" dirty="0">
                <a:latin typeface="Arial" panose="020B0604020202020204" pitchFamily="34" charset="0"/>
                <a:cs typeface="Arial" panose="020B0604020202020204" pitchFamily="34" charset="0"/>
              </a:rPr>
              <a:t>Cement production </a:t>
            </a:r>
          </a:p>
          <a:p>
            <a:pPr marL="171450" lvl="0" indent="-171450">
              <a:buFont typeface="Arial" panose="020B0604020202020204" pitchFamily="34" charset="0"/>
              <a:buChar char="•"/>
            </a:pPr>
            <a:r>
              <a:rPr lang="en-IN" sz="1200" dirty="0">
                <a:latin typeface="Arial" panose="020B0604020202020204" pitchFamily="34" charset="0"/>
                <a:cs typeface="Arial" panose="020B0604020202020204" pitchFamily="34" charset="0"/>
              </a:rPr>
              <a:t>Granite, stone, marble, and slate</a:t>
            </a:r>
          </a:p>
          <a:p>
            <a:r>
              <a:rPr lang="en-IN" sz="1200" dirty="0">
                <a:latin typeface="Arial" panose="020B0604020202020204" pitchFamily="34" charset="0"/>
                <a:cs typeface="Arial" panose="020B0604020202020204" pitchFamily="34" charset="0"/>
              </a:rPr>
              <a:t> </a:t>
            </a:r>
          </a:p>
          <a:p>
            <a:r>
              <a:rPr lang="en-IN" sz="1200" b="1" dirty="0">
                <a:solidFill>
                  <a:schemeClr val="accent6">
                    <a:lumMod val="75000"/>
                  </a:schemeClr>
                </a:solidFill>
                <a:latin typeface="Arial" panose="020B0604020202020204" pitchFamily="34" charset="0"/>
                <a:cs typeface="Arial" panose="020B0604020202020204" pitchFamily="34" charset="0"/>
              </a:rPr>
              <a:t>The organization helps key stake holders to deal with major industry challenges, including: </a:t>
            </a:r>
            <a:endParaRPr lang="en-IN" sz="1200" dirty="0">
              <a:solidFill>
                <a:schemeClr val="accent6">
                  <a:lumMod val="75000"/>
                </a:schemeClr>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IN" sz="1200" dirty="0">
                <a:latin typeface="Arial" panose="020B0604020202020204" pitchFamily="34" charset="0"/>
                <a:cs typeface="Arial" panose="020B0604020202020204" pitchFamily="34" charset="0"/>
              </a:rPr>
              <a:t>Lease grants, renewals, and tenures </a:t>
            </a:r>
          </a:p>
          <a:p>
            <a:pPr marL="171450" lvl="0" indent="-171450">
              <a:buFont typeface="Arial" panose="020B0604020202020204" pitchFamily="34" charset="0"/>
              <a:buChar char="•"/>
            </a:pPr>
            <a:r>
              <a:rPr lang="en-IN" sz="1200" dirty="0">
                <a:latin typeface="Arial" panose="020B0604020202020204" pitchFamily="34" charset="0"/>
                <a:cs typeface="Arial" panose="020B0604020202020204" pitchFamily="34" charset="0"/>
              </a:rPr>
              <a:t>Production and taxation rules </a:t>
            </a:r>
          </a:p>
          <a:p>
            <a:pPr marL="171450" lvl="0" indent="-171450">
              <a:buFont typeface="Arial" panose="020B0604020202020204" pitchFamily="34" charset="0"/>
              <a:buChar char="•"/>
            </a:pPr>
            <a:r>
              <a:rPr lang="en-IN" sz="1200" dirty="0">
                <a:latin typeface="Arial" panose="020B0604020202020204" pitchFamily="34" charset="0"/>
                <a:cs typeface="Arial" panose="020B0604020202020204" pitchFamily="34" charset="0"/>
              </a:rPr>
              <a:t>Trade and exports </a:t>
            </a:r>
          </a:p>
          <a:p>
            <a:pPr marL="171450" lvl="0" indent="-171450">
              <a:buFont typeface="Arial" panose="020B0604020202020204" pitchFamily="34" charset="0"/>
              <a:buChar char="•"/>
            </a:pPr>
            <a:r>
              <a:rPr lang="en-IN" sz="1200" dirty="0">
                <a:latin typeface="Arial" panose="020B0604020202020204" pitchFamily="34" charset="0"/>
                <a:cs typeface="Arial" panose="020B0604020202020204" pitchFamily="34" charset="0"/>
              </a:rPr>
              <a:t>Labor matters </a:t>
            </a:r>
          </a:p>
        </p:txBody>
      </p:sp>
    </p:spTree>
    <p:extLst>
      <p:ext uri="{BB962C8B-B14F-4D97-AF65-F5344CB8AC3E}">
        <p14:creationId xmlns:p14="http://schemas.microsoft.com/office/powerpoint/2010/main" val="2230826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6DFD6BD-949F-733B-8036-BF6E8FB6A485}"/>
              </a:ext>
            </a:extLst>
          </p:cNvPr>
          <p:cNvSpPr txBox="1"/>
          <p:nvPr/>
        </p:nvSpPr>
        <p:spPr>
          <a:xfrm>
            <a:off x="393291" y="2385095"/>
            <a:ext cx="4620836" cy="3970318"/>
          </a:xfrm>
          <a:prstGeom prst="rect">
            <a:avLst/>
          </a:prstGeom>
          <a:noFill/>
        </p:spPr>
        <p:txBody>
          <a:bodyPr wrap="square" rtlCol="0">
            <a:spAutoFit/>
          </a:bodyPr>
          <a:lstStyle/>
          <a:p>
            <a:pPr algn="just"/>
            <a:r>
              <a:rPr lang="en-IN" sz="1400" b="1" dirty="0">
                <a:solidFill>
                  <a:schemeClr val="accent2"/>
                </a:solidFill>
              </a:rPr>
              <a:t>National Critical Mineral Mission (NCMM)</a:t>
            </a:r>
          </a:p>
          <a:p>
            <a:pPr algn="just"/>
            <a:r>
              <a:rPr lang="en-IN" sz="1400" dirty="0"/>
              <a:t>To combat geopolitical supply risks and foster self-reliance, the Government of India has launched the </a:t>
            </a:r>
            <a:r>
              <a:rPr lang="en-IN" sz="1400" b="1" dirty="0"/>
              <a:t>National Critical Mineral Mission (NCMM)</a:t>
            </a:r>
            <a:r>
              <a:rPr lang="en-IN" sz="1400" dirty="0"/>
              <a:t>. Backed by a massive budget exceeding </a:t>
            </a:r>
            <a:r>
              <a:rPr lang="en-IN" sz="1400" b="1" dirty="0"/>
              <a:t>₹34,000 crores (USD 4 billion)</a:t>
            </a:r>
            <a:r>
              <a:rPr lang="en-IN" sz="1400" dirty="0"/>
              <a:t>, this strategy aims to build a resilient, globally competitive critical minerals ecosystem encompassing:</a:t>
            </a:r>
          </a:p>
          <a:p>
            <a:pPr marL="285750" lvl="0" indent="-285750" algn="just">
              <a:buFont typeface="Arial" panose="020B0604020202020204" pitchFamily="34" charset="0"/>
              <a:buChar char="•"/>
            </a:pPr>
            <a:r>
              <a:rPr lang="en-IN" sz="1400" dirty="0"/>
              <a:t>Exploration &amp; Mining</a:t>
            </a:r>
          </a:p>
          <a:p>
            <a:pPr marL="285750" lvl="0" indent="-285750" algn="just">
              <a:buFont typeface="Arial" panose="020B0604020202020204" pitchFamily="34" charset="0"/>
              <a:buChar char="•"/>
            </a:pPr>
            <a:r>
              <a:rPr lang="en-IN" sz="1400" dirty="0"/>
              <a:t>Beneficiation &amp; Processing</a:t>
            </a:r>
          </a:p>
          <a:p>
            <a:pPr marL="285750" lvl="0" indent="-285750" algn="just">
              <a:buFont typeface="Arial" panose="020B0604020202020204" pitchFamily="34" charset="0"/>
              <a:buChar char="•"/>
            </a:pPr>
            <a:r>
              <a:rPr lang="en-IN" sz="1400" dirty="0"/>
              <a:t>Advanced Recycling &amp; Recovery</a:t>
            </a:r>
          </a:p>
          <a:p>
            <a:pPr algn="just"/>
            <a:r>
              <a:rPr lang="en-IN" sz="1400" b="1" dirty="0">
                <a:solidFill>
                  <a:schemeClr val="accent2"/>
                </a:solidFill>
              </a:rPr>
              <a:t>The Pivotal Role of State Governments</a:t>
            </a:r>
          </a:p>
          <a:p>
            <a:pPr algn="just"/>
            <a:r>
              <a:rPr lang="en-IN" sz="1400" dirty="0"/>
              <a:t>This exhibition spotlights state governments as the bedrock of India's processing capabilities. As the primary implementing agencies, states are instrumental in:</a:t>
            </a:r>
          </a:p>
          <a:p>
            <a:pPr marL="285750" lvl="0" indent="-285750" algn="just">
              <a:buFont typeface="Arial" panose="020B0604020202020204" pitchFamily="34" charset="0"/>
              <a:buChar char="•"/>
            </a:pPr>
            <a:r>
              <a:rPr lang="en-IN" sz="1400" dirty="0"/>
              <a:t>Accelerating infrastructure development</a:t>
            </a:r>
          </a:p>
          <a:p>
            <a:pPr marL="285750" lvl="0" indent="-285750" algn="just">
              <a:buFont typeface="Arial" panose="020B0604020202020204" pitchFamily="34" charset="0"/>
              <a:buChar char="•"/>
            </a:pPr>
            <a:r>
              <a:rPr lang="en-IN" sz="1400" dirty="0"/>
              <a:t>Streamlining regulatory frameworks</a:t>
            </a:r>
          </a:p>
          <a:p>
            <a:pPr marL="285750" lvl="0" indent="-285750" algn="just">
              <a:buFont typeface="Arial" panose="020B0604020202020204" pitchFamily="34" charset="0"/>
              <a:buChar char="•"/>
            </a:pPr>
            <a:r>
              <a:rPr lang="en-IN" sz="1400" dirty="0"/>
              <a:t>Fostering industrial ecosystems for clean-energy manufacturing</a:t>
            </a:r>
            <a:endParaRPr lang="en-IN" sz="1100" dirty="0"/>
          </a:p>
        </p:txBody>
      </p:sp>
      <p:sp>
        <p:nvSpPr>
          <p:cNvPr id="3" name="TextBox 2">
            <a:extLst>
              <a:ext uri="{FF2B5EF4-FFF2-40B4-BE49-F238E27FC236}">
                <a16:creationId xmlns:a16="http://schemas.microsoft.com/office/drawing/2014/main" id="{B86F171C-786C-56C9-DB54-B2B6520D0F90}"/>
              </a:ext>
            </a:extLst>
          </p:cNvPr>
          <p:cNvSpPr txBox="1"/>
          <p:nvPr/>
        </p:nvSpPr>
        <p:spPr>
          <a:xfrm>
            <a:off x="393290" y="445879"/>
            <a:ext cx="6096000" cy="523220"/>
          </a:xfrm>
          <a:prstGeom prst="rect">
            <a:avLst/>
          </a:prstGeom>
          <a:noFill/>
        </p:spPr>
        <p:txBody>
          <a:bodyPr wrap="square">
            <a:spAutoFit/>
          </a:bodyPr>
          <a:lstStyle/>
          <a:p>
            <a:r>
              <a:rPr lang="en-IN" sz="2800" b="1" dirty="0">
                <a:solidFill>
                  <a:schemeClr val="tx2"/>
                </a:solidFill>
                <a:latin typeface="Arial" panose="020B0604020202020204" pitchFamily="34" charset="0"/>
                <a:cs typeface="Arial" panose="020B0604020202020204" pitchFamily="34" charset="0"/>
              </a:rPr>
              <a:t>About the Event</a:t>
            </a:r>
          </a:p>
        </p:txBody>
      </p:sp>
      <p:sp>
        <p:nvSpPr>
          <p:cNvPr id="8" name="TextBox 7">
            <a:extLst>
              <a:ext uri="{FF2B5EF4-FFF2-40B4-BE49-F238E27FC236}">
                <a16:creationId xmlns:a16="http://schemas.microsoft.com/office/drawing/2014/main" id="{ACF06200-8AD2-0495-642F-8DC09EEE6CBB}"/>
              </a:ext>
            </a:extLst>
          </p:cNvPr>
          <p:cNvSpPr txBox="1"/>
          <p:nvPr/>
        </p:nvSpPr>
        <p:spPr>
          <a:xfrm>
            <a:off x="9657429" y="6470519"/>
            <a:ext cx="2937692" cy="307777"/>
          </a:xfrm>
          <a:prstGeom prst="rect">
            <a:avLst/>
          </a:prstGeom>
          <a:noFill/>
        </p:spPr>
        <p:txBody>
          <a:bodyPr wrap="square">
            <a:spAutoFit/>
          </a:bodyPr>
          <a:lstStyle/>
          <a:p>
            <a:r>
              <a:rPr lang="en-IN" sz="1400" i="1" dirty="0">
                <a:solidFill>
                  <a:schemeClr val="tx2"/>
                </a:solidFill>
              </a:rPr>
              <a:t>Website: www.iismexpo.Com</a:t>
            </a:r>
          </a:p>
        </p:txBody>
      </p:sp>
      <p:pic>
        <p:nvPicPr>
          <p:cNvPr id="10" name="Picture 9" descr="AI generated image">
            <a:extLst>
              <a:ext uri="{FF2B5EF4-FFF2-40B4-BE49-F238E27FC236}">
                <a16:creationId xmlns:a16="http://schemas.microsoft.com/office/drawing/2014/main" id="{396CF12C-8ECA-BE51-A6D7-15926C28B21C}"/>
              </a:ext>
            </a:extLst>
          </p:cNvPr>
          <p:cNvPicPr>
            <a:picLocks noChangeAspect="1"/>
          </p:cNvPicPr>
          <p:nvPr/>
        </p:nvPicPr>
        <p:blipFill>
          <a:blip r:embed="rId2"/>
          <a:stretch>
            <a:fillRect/>
          </a:stretch>
        </p:blipFill>
        <p:spPr>
          <a:xfrm>
            <a:off x="5194782" y="2703007"/>
            <a:ext cx="6799004" cy="3708547"/>
          </a:xfrm>
          <a:prstGeom prst="rect">
            <a:avLst/>
          </a:prstGeom>
        </p:spPr>
      </p:pic>
      <p:sp>
        <p:nvSpPr>
          <p:cNvPr id="12" name="TextBox 11">
            <a:extLst>
              <a:ext uri="{FF2B5EF4-FFF2-40B4-BE49-F238E27FC236}">
                <a16:creationId xmlns:a16="http://schemas.microsoft.com/office/drawing/2014/main" id="{4290BD43-4CD2-60DD-CDF4-355CFF49A6DD}"/>
              </a:ext>
            </a:extLst>
          </p:cNvPr>
          <p:cNvSpPr txBox="1"/>
          <p:nvPr/>
        </p:nvSpPr>
        <p:spPr>
          <a:xfrm>
            <a:off x="393289" y="887309"/>
            <a:ext cx="11600495" cy="1600438"/>
          </a:xfrm>
          <a:prstGeom prst="rect">
            <a:avLst/>
          </a:prstGeom>
          <a:noFill/>
        </p:spPr>
        <p:txBody>
          <a:bodyPr wrap="square">
            <a:spAutoFit/>
          </a:bodyPr>
          <a:lstStyle/>
          <a:p>
            <a:pPr algn="just"/>
            <a:r>
              <a:rPr lang="en-IN" sz="1400" b="1" dirty="0">
                <a:solidFill>
                  <a:schemeClr val="accent2"/>
                </a:solidFill>
                <a:ea typeface="ADLaM Display" panose="02010000000000000000" pitchFamily="2" charset="0"/>
                <a:cs typeface="ADLaM Display" panose="02010000000000000000" pitchFamily="2" charset="0"/>
              </a:rPr>
              <a:t>India International Strategic Minerals Expo (IISMExpo) – 2027 </a:t>
            </a:r>
            <a:r>
              <a:rPr lang="en-IN" sz="1400" dirty="0"/>
              <a:t>is India’s premier international exhibition dedicated to critical minerals, commodities, investment, clean energy, and low-carbon technologies. Hosted in </a:t>
            </a:r>
            <a:r>
              <a:rPr lang="en-IN" sz="1400" b="1" dirty="0"/>
              <a:t>Bharat Mandapam</a:t>
            </a:r>
            <a:r>
              <a:rPr lang="en-IN" sz="1400" dirty="0"/>
              <a:t>, </a:t>
            </a:r>
            <a:r>
              <a:rPr lang="en-IN" sz="1400" b="1" dirty="0"/>
              <a:t>New Delhi</a:t>
            </a:r>
            <a:r>
              <a:rPr lang="en-IN" sz="1400" dirty="0"/>
              <a:t>, </a:t>
            </a:r>
            <a:r>
              <a:rPr lang="en-IN" sz="1400" b="1" dirty="0"/>
              <a:t>India</a:t>
            </a:r>
            <a:r>
              <a:rPr lang="en-IN" sz="1400" dirty="0"/>
              <a:t> this landmark event unites the entire mineral resources value chain to drive the future of energy transition.</a:t>
            </a:r>
          </a:p>
          <a:p>
            <a:pPr algn="just"/>
            <a:r>
              <a:rPr lang="en-IN" sz="1400" b="1" dirty="0">
                <a:solidFill>
                  <a:schemeClr val="accent2"/>
                </a:solidFill>
              </a:rPr>
              <a:t>The Strategic Context  - </a:t>
            </a:r>
            <a:r>
              <a:rPr lang="en-IN" sz="1400" dirty="0"/>
              <a:t>As India accelerates toward its </a:t>
            </a:r>
            <a:r>
              <a:rPr lang="en-IN" sz="1400" b="1" dirty="0"/>
              <a:t>2070 net-zero target</a:t>
            </a:r>
            <a:r>
              <a:rPr lang="en-IN" sz="1400" dirty="0"/>
              <a:t>, the demand for essential minerals like lithium, nickel, cobalt, copper, graphite, and rare earth elements is skyrocketing. Facing tight domestic reserves and limited mining capacity, India is actively prioritising strategic stockpiling to safeguard industrial growth and ensure uninterrupted resource security.</a:t>
            </a:r>
          </a:p>
          <a:p>
            <a:pPr algn="just"/>
            <a:endParaRPr lang="en-IN"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3230" y="1627492"/>
            <a:ext cx="5782770" cy="5037276"/>
          </a:xfrm>
          <a:prstGeom prst="rect">
            <a:avLst/>
          </a:prstGeom>
          <a:noFill/>
        </p:spPr>
        <p:txBody>
          <a:bodyPr wrap="square">
            <a:spAutoFit/>
          </a:bodyPr>
          <a:lstStyle/>
          <a:p>
            <a:pPr>
              <a:spcBef>
                <a:spcPts val="4000"/>
              </a:spcBef>
              <a:defRPr sz="1400">
                <a:solidFill>
                  <a:srgbClr val="4B5563"/>
                </a:solidFill>
                <a:latin typeface="Arial"/>
              </a:defRPr>
            </a:pPr>
            <a:r>
              <a:rPr sz="2000" dirty="0"/>
              <a:t>A B2B</a:t>
            </a:r>
            <a:r>
              <a:rPr lang="en-US" sz="2000" dirty="0"/>
              <a:t>, G2B</a:t>
            </a:r>
            <a:r>
              <a:rPr sz="2000" dirty="0"/>
              <a:t> Event Framework | National Critical Mineral Mission</a:t>
            </a:r>
            <a:endParaRPr lang="en-US" sz="2000" dirty="0"/>
          </a:p>
          <a:p>
            <a:endParaRPr lang="en-IN" b="1" dirty="0"/>
          </a:p>
          <a:p>
            <a:pPr algn="just"/>
            <a:r>
              <a:rPr lang="en-IN" b="1" dirty="0"/>
              <a:t>India International Strategic Minerals Expo (IISMExpo 2027) </a:t>
            </a:r>
            <a:r>
              <a:rPr lang="en-IN" dirty="0"/>
              <a:t>is the definitive international platform for India's mining and mineral ecosystem.</a:t>
            </a:r>
          </a:p>
          <a:p>
            <a:pPr algn="just"/>
            <a:endParaRPr lang="en-IN" dirty="0"/>
          </a:p>
          <a:p>
            <a:pPr lvl="0" algn="just"/>
            <a:r>
              <a:rPr lang="en-IN" b="1" dirty="0"/>
              <a:t>The Mission:</a:t>
            </a:r>
            <a:r>
              <a:rPr lang="en-IN" dirty="0"/>
              <a:t> </a:t>
            </a:r>
          </a:p>
          <a:p>
            <a:pPr lvl="0" algn="just"/>
            <a:r>
              <a:rPr lang="en-IN" dirty="0"/>
              <a:t>Connect government, industry, finance, and technology to drive strategic, 21st-century mining priorities.</a:t>
            </a:r>
          </a:p>
          <a:p>
            <a:pPr lvl="0" algn="just"/>
            <a:endParaRPr lang="en-IN" dirty="0"/>
          </a:p>
          <a:p>
            <a:pPr lvl="0" algn="just"/>
            <a:r>
              <a:rPr lang="en-IN" b="1" dirty="0"/>
              <a:t>The Scope:</a:t>
            </a:r>
            <a:r>
              <a:rPr lang="en-IN" dirty="0"/>
              <a:t> </a:t>
            </a:r>
          </a:p>
          <a:p>
            <a:pPr lvl="0" algn="just"/>
            <a:r>
              <a:rPr lang="en-IN" dirty="0"/>
              <a:t>Cover the complete resource lifecycle—from exploration and processing to sustainable manufacturing, mine closure, and community transition.</a:t>
            </a:r>
          </a:p>
          <a:p>
            <a:pPr>
              <a:spcBef>
                <a:spcPts val="4000"/>
              </a:spcBef>
              <a:defRPr sz="1400">
                <a:solidFill>
                  <a:srgbClr val="4B5563"/>
                </a:solidFill>
                <a:latin typeface="Arial"/>
              </a:defRPr>
            </a:pPr>
            <a:endParaRPr dirty="0"/>
          </a:p>
        </p:txBody>
      </p:sp>
      <p:sp>
        <p:nvSpPr>
          <p:cNvPr id="7" name="TextBox 6">
            <a:extLst>
              <a:ext uri="{FF2B5EF4-FFF2-40B4-BE49-F238E27FC236}">
                <a16:creationId xmlns:a16="http://schemas.microsoft.com/office/drawing/2014/main" id="{1DBF6B8F-8C62-37B3-BFC5-86B8084EC5F2}"/>
              </a:ext>
            </a:extLst>
          </p:cNvPr>
          <p:cNvSpPr txBox="1"/>
          <p:nvPr/>
        </p:nvSpPr>
        <p:spPr>
          <a:xfrm>
            <a:off x="313230" y="509203"/>
            <a:ext cx="11719399" cy="1015663"/>
          </a:xfrm>
          <a:prstGeom prst="rect">
            <a:avLst/>
          </a:prstGeom>
          <a:noFill/>
        </p:spPr>
        <p:txBody>
          <a:bodyPr wrap="square">
            <a:spAutoFit/>
          </a:bodyPr>
          <a:lstStyle/>
          <a:p>
            <a:pPr>
              <a:defRPr sz="4800" b="1">
                <a:solidFill>
                  <a:srgbClr val="F3F4F6"/>
                </a:solidFill>
                <a:latin typeface="Arial"/>
              </a:defRPr>
            </a:pPr>
            <a:r>
              <a:rPr lang="en-IN" sz="3200" dirty="0">
                <a:solidFill>
                  <a:schemeClr val="tx2"/>
                </a:solidFill>
              </a:rPr>
              <a:t>India International Strategic Minerals Expo (IISMExpo 2027)</a:t>
            </a:r>
          </a:p>
          <a:p>
            <a:pPr>
              <a:defRPr sz="4800" b="1">
                <a:solidFill>
                  <a:srgbClr val="F3F4F6"/>
                </a:solidFill>
                <a:latin typeface="Arial"/>
              </a:defRPr>
            </a:pPr>
            <a:r>
              <a:rPr lang="en-IN" sz="2800" dirty="0">
                <a:solidFill>
                  <a:schemeClr val="tx2">
                    <a:lumMod val="60000"/>
                    <a:lumOff val="40000"/>
                  </a:schemeClr>
                </a:solidFill>
              </a:rPr>
              <a:t>Blueprint for India's Critical Mineral Future</a:t>
            </a:r>
            <a:endParaRPr lang="en-IN" sz="4800" dirty="0"/>
          </a:p>
        </p:txBody>
      </p:sp>
      <p:sp>
        <p:nvSpPr>
          <p:cNvPr id="4" name="TextBox 3">
            <a:extLst>
              <a:ext uri="{FF2B5EF4-FFF2-40B4-BE49-F238E27FC236}">
                <a16:creationId xmlns:a16="http://schemas.microsoft.com/office/drawing/2014/main" id="{DF87A882-76AB-A101-5B4D-EF1284F3D1C3}"/>
              </a:ext>
            </a:extLst>
          </p:cNvPr>
          <p:cNvSpPr txBox="1"/>
          <p:nvPr/>
        </p:nvSpPr>
        <p:spPr>
          <a:xfrm>
            <a:off x="9712615" y="6315173"/>
            <a:ext cx="6096000" cy="307777"/>
          </a:xfrm>
          <a:prstGeom prst="rect">
            <a:avLst/>
          </a:prstGeom>
          <a:noFill/>
        </p:spPr>
        <p:txBody>
          <a:bodyPr wrap="square">
            <a:spAutoFit/>
          </a:bodyPr>
          <a:lstStyle/>
          <a:p>
            <a:r>
              <a:rPr lang="en-IN" sz="1400" i="1" dirty="0">
                <a:solidFill>
                  <a:schemeClr val="tx2">
                    <a:lumMod val="60000"/>
                    <a:lumOff val="40000"/>
                  </a:schemeClr>
                </a:solidFill>
              </a:rPr>
              <a:t>Website: www.iismexpo.Com</a:t>
            </a:r>
          </a:p>
        </p:txBody>
      </p:sp>
      <p:sp>
        <p:nvSpPr>
          <p:cNvPr id="6" name="TextBox 5">
            <a:extLst>
              <a:ext uri="{FF2B5EF4-FFF2-40B4-BE49-F238E27FC236}">
                <a16:creationId xmlns:a16="http://schemas.microsoft.com/office/drawing/2014/main" id="{53BA705A-7B32-E068-9885-A26C7359C7DA}"/>
              </a:ext>
            </a:extLst>
          </p:cNvPr>
          <p:cNvSpPr txBox="1"/>
          <p:nvPr/>
        </p:nvSpPr>
        <p:spPr>
          <a:xfrm>
            <a:off x="6381136" y="1638825"/>
            <a:ext cx="5651493" cy="4471096"/>
          </a:xfrm>
          <a:prstGeom prst="rect">
            <a:avLst/>
          </a:prstGeom>
          <a:noFill/>
        </p:spPr>
        <p:txBody>
          <a:bodyPr wrap="square">
            <a:spAutoFit/>
          </a:bodyPr>
          <a:lstStyle/>
          <a:p>
            <a:pPr>
              <a:lnSpc>
                <a:spcPct val="100000"/>
              </a:lnSpc>
              <a:spcAft>
                <a:spcPts val="800"/>
              </a:spcAft>
              <a:buNone/>
            </a:pPr>
            <a:r>
              <a:rPr lang="en-IN" sz="1800" b="1" kern="0" dirty="0">
                <a:effectLst/>
                <a:latin typeface="+mn-lt"/>
                <a:ea typeface="Times New Roman" panose="02020603050405020304" pitchFamily="18" charset="0"/>
                <a:cs typeface="Times New Roman" panose="02020603050405020304" pitchFamily="18" charset="0"/>
              </a:rPr>
              <a:t>The Expo Showcases in Eight Sectors:</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Rare Earth Metals and commodities</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Mining</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Metal making and mineral processing </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mj-lt"/>
              <a:buAutoNum type="arabicPeriod"/>
            </a:pPr>
            <a:r>
              <a:rPr lang="en-IN" sz="1800" kern="0" dirty="0">
                <a:solidFill>
                  <a:schemeClr val="tx1"/>
                </a:solidFill>
                <a:effectLst/>
                <a:latin typeface="+mn-lt"/>
                <a:ea typeface="Times New Roman" panose="02020603050405020304" pitchFamily="18" charset="0"/>
                <a:cs typeface="Calibri" panose="020F0502020204030204" pitchFamily="34" charset="0"/>
              </a:rPr>
              <a:t>Critical raw materials</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Clean‑Energy Transition</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Technology Innovation</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Strategic Investments</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AI, Technology Advancements &amp; Hydrogen in Mining</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548640"/>
            <a:ext cx="10698480" cy="553998"/>
          </a:xfrm>
          <a:prstGeom prst="rect">
            <a:avLst/>
          </a:prstGeom>
          <a:noFill/>
        </p:spPr>
        <p:txBody>
          <a:bodyPr wrap="square" lIns="0" tIns="0" rIns="0" bIns="0">
            <a:spAutoFit/>
          </a:bodyPr>
          <a:lstStyle/>
          <a:p>
            <a:pPr>
              <a:defRPr sz="3600" b="1">
                <a:solidFill>
                  <a:srgbClr val="1F2937"/>
                </a:solidFill>
                <a:latin typeface="Arial"/>
              </a:defRPr>
            </a:pPr>
            <a:r>
              <a:rPr dirty="0">
                <a:solidFill>
                  <a:srgbClr val="FF0000"/>
                </a:solidFill>
              </a:rPr>
              <a:t>Strategic Vision &amp; Objectives</a:t>
            </a:r>
          </a:p>
        </p:txBody>
      </p:sp>
      <p:sp>
        <p:nvSpPr>
          <p:cNvPr id="3" name="TextBox 2"/>
          <p:cNvSpPr txBox="1"/>
          <p:nvPr/>
        </p:nvSpPr>
        <p:spPr>
          <a:xfrm>
            <a:off x="731520" y="1645920"/>
            <a:ext cx="5120640" cy="4114800"/>
          </a:xfrm>
          <a:prstGeom prst="rect">
            <a:avLst/>
          </a:prstGeom>
          <a:noFill/>
        </p:spPr>
        <p:txBody>
          <a:bodyPr wrap="square">
            <a:spAutoFit/>
          </a:bodyPr>
          <a:lstStyle/>
          <a:p>
            <a:pPr>
              <a:defRPr sz="2000" b="1">
                <a:solidFill>
                  <a:srgbClr val="2563EB"/>
                </a:solidFill>
              </a:defRPr>
            </a:pPr>
            <a:r>
              <a:rPr dirty="0"/>
              <a:t>Why Now?</a:t>
            </a:r>
          </a:p>
          <a:p>
            <a:pPr>
              <a:spcBef>
                <a:spcPts val="1000"/>
              </a:spcBef>
              <a:defRPr sz="1500">
                <a:solidFill>
                  <a:srgbClr val="1F2937"/>
                </a:solidFill>
              </a:defRPr>
            </a:pPr>
            <a:r>
              <a:rPr dirty="0"/>
              <a:t>• Aligns with India's National Critical Mineral Mission &amp; Net-Zero targets.</a:t>
            </a:r>
          </a:p>
          <a:p>
            <a:pPr>
              <a:spcBef>
                <a:spcPts val="1000"/>
              </a:spcBef>
              <a:defRPr sz="1500">
                <a:solidFill>
                  <a:srgbClr val="1F2937"/>
                </a:solidFill>
              </a:defRPr>
            </a:pPr>
            <a:r>
              <a:rPr dirty="0"/>
              <a:t>• Secures supply chain resilience for high-tech industries and EV sectors.</a:t>
            </a:r>
          </a:p>
          <a:p>
            <a:pPr>
              <a:spcBef>
                <a:spcPts val="1000"/>
              </a:spcBef>
              <a:defRPr sz="1500">
                <a:solidFill>
                  <a:srgbClr val="1F2937"/>
                </a:solidFill>
              </a:defRPr>
            </a:pPr>
            <a:r>
              <a:rPr dirty="0"/>
              <a:t>• Promotes domestic exploration, refining, and urban mining innovations.</a:t>
            </a:r>
          </a:p>
        </p:txBody>
      </p:sp>
      <p:sp>
        <p:nvSpPr>
          <p:cNvPr id="4" name="TextBox 3"/>
          <p:cNvSpPr txBox="1"/>
          <p:nvPr/>
        </p:nvSpPr>
        <p:spPr>
          <a:xfrm>
            <a:off x="6309360" y="1645920"/>
            <a:ext cx="5120640" cy="1938992"/>
          </a:xfrm>
          <a:prstGeom prst="rect">
            <a:avLst/>
          </a:prstGeom>
          <a:noFill/>
        </p:spPr>
        <p:txBody>
          <a:bodyPr wrap="square">
            <a:spAutoFit/>
          </a:bodyPr>
          <a:lstStyle/>
          <a:p>
            <a:pPr>
              <a:defRPr sz="2000" b="1">
                <a:solidFill>
                  <a:srgbClr val="2563EB"/>
                </a:solidFill>
              </a:defRPr>
            </a:pPr>
            <a:r>
              <a:rPr dirty="0"/>
              <a:t>Key Event Goals</a:t>
            </a:r>
          </a:p>
          <a:p>
            <a:pPr>
              <a:spcBef>
                <a:spcPts val="1000"/>
              </a:spcBef>
              <a:defRPr sz="1500">
                <a:solidFill>
                  <a:srgbClr val="1F2937"/>
                </a:solidFill>
              </a:defRPr>
            </a:pPr>
            <a:r>
              <a:rPr dirty="0"/>
              <a:t>• Foster global tech transfer in REE exploration and processing.</a:t>
            </a:r>
          </a:p>
          <a:p>
            <a:pPr>
              <a:spcBef>
                <a:spcPts val="1000"/>
              </a:spcBef>
              <a:defRPr sz="1500">
                <a:solidFill>
                  <a:srgbClr val="1F2937"/>
                </a:solidFill>
              </a:defRPr>
            </a:pPr>
            <a:r>
              <a:rPr dirty="0"/>
              <a:t>• Attract foreign direct investment (FDI) and venture capital into mining.</a:t>
            </a:r>
          </a:p>
          <a:p>
            <a:pPr>
              <a:spcBef>
                <a:spcPts val="1000"/>
              </a:spcBef>
              <a:defRPr sz="1500">
                <a:solidFill>
                  <a:srgbClr val="1F2937"/>
                </a:solidFill>
              </a:defRPr>
            </a:pPr>
            <a:r>
              <a:rPr dirty="0"/>
              <a:t>• Create a unified B2B </a:t>
            </a:r>
            <a:r>
              <a:rPr lang="en-US" dirty="0"/>
              <a:t>G2B </a:t>
            </a:r>
            <a:r>
              <a:rPr dirty="0"/>
              <a:t>platform for policymakers, PSUs, and private buyers.</a:t>
            </a:r>
          </a:p>
        </p:txBody>
      </p:sp>
      <p:pic>
        <p:nvPicPr>
          <p:cNvPr id="6" name="Picture 5">
            <a:extLst>
              <a:ext uri="{FF2B5EF4-FFF2-40B4-BE49-F238E27FC236}">
                <a16:creationId xmlns:a16="http://schemas.microsoft.com/office/drawing/2014/main" id="{F01D13B8-6B36-5C8F-4FDB-98FC6FCDC230}"/>
              </a:ext>
            </a:extLst>
          </p:cNvPr>
          <p:cNvPicPr>
            <a:picLocks noChangeAspect="1"/>
          </p:cNvPicPr>
          <p:nvPr/>
        </p:nvPicPr>
        <p:blipFill>
          <a:blip r:embed="rId2"/>
          <a:stretch>
            <a:fillRect/>
          </a:stretch>
        </p:blipFill>
        <p:spPr>
          <a:xfrm>
            <a:off x="731520" y="3789159"/>
            <a:ext cx="4470832" cy="2514843"/>
          </a:xfrm>
          <a:prstGeom prst="rect">
            <a:avLst/>
          </a:prstGeom>
        </p:spPr>
      </p:pic>
      <p:pic>
        <p:nvPicPr>
          <p:cNvPr id="8" name="Picture 7">
            <a:extLst>
              <a:ext uri="{FF2B5EF4-FFF2-40B4-BE49-F238E27FC236}">
                <a16:creationId xmlns:a16="http://schemas.microsoft.com/office/drawing/2014/main" id="{C22BFEF7-1D94-8B0E-EFB8-B31A9C1E74C8}"/>
              </a:ext>
            </a:extLst>
          </p:cNvPr>
          <p:cNvPicPr>
            <a:picLocks noChangeAspect="1"/>
          </p:cNvPicPr>
          <p:nvPr/>
        </p:nvPicPr>
        <p:blipFill>
          <a:blip r:embed="rId3"/>
          <a:stretch>
            <a:fillRect/>
          </a:stretch>
        </p:blipFill>
        <p:spPr>
          <a:xfrm>
            <a:off x="5698390" y="3789159"/>
            <a:ext cx="1896910" cy="2514843"/>
          </a:xfrm>
          <a:prstGeom prst="rect">
            <a:avLst/>
          </a:prstGeom>
        </p:spPr>
      </p:pic>
      <p:pic>
        <p:nvPicPr>
          <p:cNvPr id="10" name="Picture 9">
            <a:extLst>
              <a:ext uri="{FF2B5EF4-FFF2-40B4-BE49-F238E27FC236}">
                <a16:creationId xmlns:a16="http://schemas.microsoft.com/office/drawing/2014/main" id="{11BC1EC8-1FE9-472D-D5B3-80F93D590DD7}"/>
              </a:ext>
            </a:extLst>
          </p:cNvPr>
          <p:cNvPicPr>
            <a:picLocks noChangeAspect="1"/>
          </p:cNvPicPr>
          <p:nvPr/>
        </p:nvPicPr>
        <p:blipFill>
          <a:blip r:embed="rId4"/>
          <a:stretch>
            <a:fillRect/>
          </a:stretch>
        </p:blipFill>
        <p:spPr>
          <a:xfrm>
            <a:off x="8091338" y="3787692"/>
            <a:ext cx="3657914" cy="2516310"/>
          </a:xfrm>
          <a:prstGeom prst="rect">
            <a:avLst/>
          </a:prstGeom>
        </p:spPr>
      </p:pic>
      <p:sp>
        <p:nvSpPr>
          <p:cNvPr id="7" name="TextBox 6">
            <a:extLst>
              <a:ext uri="{FF2B5EF4-FFF2-40B4-BE49-F238E27FC236}">
                <a16:creationId xmlns:a16="http://schemas.microsoft.com/office/drawing/2014/main" id="{08181BCD-C5E9-A82A-9039-03396EB7AAF4}"/>
              </a:ext>
            </a:extLst>
          </p:cNvPr>
          <p:cNvSpPr txBox="1"/>
          <p:nvPr/>
        </p:nvSpPr>
        <p:spPr>
          <a:xfrm>
            <a:off x="8957187" y="6345478"/>
            <a:ext cx="6096000" cy="369332"/>
          </a:xfrm>
          <a:prstGeom prst="rect">
            <a:avLst/>
          </a:prstGeom>
          <a:noFill/>
        </p:spPr>
        <p:txBody>
          <a:bodyPr wrap="square">
            <a:spAutoFit/>
          </a:bodyPr>
          <a:lstStyle/>
          <a:p>
            <a:r>
              <a:rPr lang="en-IN" sz="1800" dirty="0">
                <a:solidFill>
                  <a:schemeClr val="tx2">
                    <a:lumMod val="60000"/>
                    <a:lumOff val="40000"/>
                  </a:schemeClr>
                </a:solidFill>
              </a:rPr>
              <a:t>Website: www.iismexpo.Com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4CD03-0412-7C03-985F-9B3A2CF8C6D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1E1249-2F95-D4B6-8929-DE03717DE34C}"/>
              </a:ext>
            </a:extLst>
          </p:cNvPr>
          <p:cNvSpPr txBox="1"/>
          <p:nvPr/>
        </p:nvSpPr>
        <p:spPr>
          <a:xfrm>
            <a:off x="731520" y="548640"/>
            <a:ext cx="10698480" cy="553998"/>
          </a:xfrm>
          <a:prstGeom prst="rect">
            <a:avLst/>
          </a:prstGeom>
          <a:noFill/>
        </p:spPr>
        <p:txBody>
          <a:bodyPr wrap="square" lIns="0" tIns="0" rIns="0" bIns="0">
            <a:spAutoFit/>
          </a:bodyPr>
          <a:lstStyle/>
          <a:p>
            <a:pPr>
              <a:defRPr sz="3600" b="1">
                <a:solidFill>
                  <a:srgbClr val="1F2937"/>
                </a:solidFill>
                <a:latin typeface="Arial"/>
              </a:defRPr>
            </a:pPr>
            <a:r>
              <a:rPr lang="en-US" dirty="0">
                <a:solidFill>
                  <a:srgbClr val="FF0000"/>
                </a:solidFill>
              </a:rPr>
              <a:t>Why Exhibit:</a:t>
            </a:r>
            <a:endParaRPr dirty="0">
              <a:solidFill>
                <a:srgbClr val="FF0000"/>
              </a:solidFill>
            </a:endParaRPr>
          </a:p>
        </p:txBody>
      </p:sp>
      <p:pic>
        <p:nvPicPr>
          <p:cNvPr id="8" name="Picture 7">
            <a:extLst>
              <a:ext uri="{FF2B5EF4-FFF2-40B4-BE49-F238E27FC236}">
                <a16:creationId xmlns:a16="http://schemas.microsoft.com/office/drawing/2014/main" id="{99814D4D-2C53-4D2E-A4CD-3B86040049A8}"/>
              </a:ext>
            </a:extLst>
          </p:cNvPr>
          <p:cNvPicPr>
            <a:picLocks noChangeAspect="1"/>
          </p:cNvPicPr>
          <p:nvPr/>
        </p:nvPicPr>
        <p:blipFill>
          <a:blip r:embed="rId2"/>
          <a:stretch>
            <a:fillRect/>
          </a:stretch>
        </p:blipFill>
        <p:spPr>
          <a:xfrm>
            <a:off x="8091338" y="790146"/>
            <a:ext cx="3657914" cy="4849508"/>
          </a:xfrm>
          <a:prstGeom prst="rect">
            <a:avLst/>
          </a:prstGeom>
          <a:ln>
            <a:solidFill>
              <a:schemeClr val="tx1"/>
            </a:solidFill>
          </a:ln>
        </p:spPr>
      </p:pic>
      <p:pic>
        <p:nvPicPr>
          <p:cNvPr id="10" name="Picture 9">
            <a:extLst>
              <a:ext uri="{FF2B5EF4-FFF2-40B4-BE49-F238E27FC236}">
                <a16:creationId xmlns:a16="http://schemas.microsoft.com/office/drawing/2014/main" id="{AA67631C-B16B-27C9-F62F-FCDE2C7D9764}"/>
              </a:ext>
            </a:extLst>
          </p:cNvPr>
          <p:cNvPicPr>
            <a:picLocks noChangeAspect="1"/>
          </p:cNvPicPr>
          <p:nvPr/>
        </p:nvPicPr>
        <p:blipFill>
          <a:blip r:embed="rId3"/>
          <a:stretch>
            <a:fillRect/>
          </a:stretch>
        </p:blipFill>
        <p:spPr>
          <a:xfrm>
            <a:off x="5357971" y="4156066"/>
            <a:ext cx="3657914" cy="2516310"/>
          </a:xfrm>
          <a:prstGeom prst="rect">
            <a:avLst/>
          </a:prstGeom>
          <a:ln>
            <a:solidFill>
              <a:schemeClr val="bg1"/>
            </a:solidFill>
          </a:ln>
        </p:spPr>
      </p:pic>
      <p:sp>
        <p:nvSpPr>
          <p:cNvPr id="7" name="TextBox 6">
            <a:extLst>
              <a:ext uri="{FF2B5EF4-FFF2-40B4-BE49-F238E27FC236}">
                <a16:creationId xmlns:a16="http://schemas.microsoft.com/office/drawing/2014/main" id="{FD389809-3D6F-5667-9C63-598688FB5490}"/>
              </a:ext>
            </a:extLst>
          </p:cNvPr>
          <p:cNvSpPr txBox="1"/>
          <p:nvPr/>
        </p:nvSpPr>
        <p:spPr>
          <a:xfrm>
            <a:off x="9509377" y="6364599"/>
            <a:ext cx="2682623" cy="307777"/>
          </a:xfrm>
          <a:prstGeom prst="rect">
            <a:avLst/>
          </a:prstGeom>
          <a:noFill/>
        </p:spPr>
        <p:txBody>
          <a:bodyPr wrap="square">
            <a:spAutoFit/>
          </a:bodyPr>
          <a:lstStyle/>
          <a:p>
            <a:r>
              <a:rPr lang="en-IN" sz="1400" b="1" dirty="0">
                <a:solidFill>
                  <a:schemeClr val="tx2">
                    <a:lumMod val="60000"/>
                    <a:lumOff val="40000"/>
                  </a:schemeClr>
                </a:solidFill>
              </a:rPr>
              <a:t>Website: www.iismexpo.Com</a:t>
            </a:r>
          </a:p>
        </p:txBody>
      </p:sp>
      <p:sp>
        <p:nvSpPr>
          <p:cNvPr id="9" name="TextBox 8">
            <a:extLst>
              <a:ext uri="{FF2B5EF4-FFF2-40B4-BE49-F238E27FC236}">
                <a16:creationId xmlns:a16="http://schemas.microsoft.com/office/drawing/2014/main" id="{A54E56B2-380B-8114-70E9-1B51CD6DBE85}"/>
              </a:ext>
            </a:extLst>
          </p:cNvPr>
          <p:cNvSpPr txBox="1"/>
          <p:nvPr/>
        </p:nvSpPr>
        <p:spPr>
          <a:xfrm>
            <a:off x="731520" y="1425899"/>
            <a:ext cx="7526214" cy="3785652"/>
          </a:xfrm>
          <a:prstGeom prst="rect">
            <a:avLst/>
          </a:prstGeom>
          <a:noFill/>
        </p:spPr>
        <p:txBody>
          <a:bodyPr wrap="square">
            <a:spAutoFit/>
          </a:bodyPr>
          <a:lstStyle/>
          <a:p>
            <a:pPr marL="342900" lvl="0" indent="-342900">
              <a:lnSpc>
                <a:spcPct val="10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Connect With Stake holders and Distributors</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0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Launch Innovative Products</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0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Generate G2B and B2B Opportunities</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0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Meet Prospective Buyers, Importers and Exporters</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0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Build strategic partnership</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0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Expand into India’s growing Rare Earth, Mining Sector</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0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Source and Identify New Business Opportunities and Technology</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0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Understand Best Practice</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0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Government Schemes</a:t>
            </a:r>
            <a:endParaRPr lang="en-IN" sz="1800" kern="100" dirty="0">
              <a:effectLst/>
              <a:latin typeface="+mn-lt"/>
              <a:ea typeface="Calibri" panose="020F0502020204030204" pitchFamily="34" charset="0"/>
              <a:cs typeface="Times New Roman" panose="02020603050405020304" pitchFamily="18" charset="0"/>
            </a:endParaRPr>
          </a:p>
          <a:p>
            <a:pPr marL="342900" lvl="0" indent="-342900">
              <a:lnSpc>
                <a:spcPct val="100000"/>
              </a:lnSpc>
              <a:spcAft>
                <a:spcPts val="800"/>
              </a:spcAft>
              <a:buFont typeface="+mj-lt"/>
              <a:buAutoNum type="arabicPeriod"/>
            </a:pPr>
            <a:r>
              <a:rPr lang="en-IN" sz="1800" kern="0" dirty="0">
                <a:effectLst/>
                <a:latin typeface="+mn-lt"/>
                <a:ea typeface="Times New Roman" panose="02020603050405020304" pitchFamily="18" charset="0"/>
                <a:cs typeface="Calibri" panose="020F0502020204030204" pitchFamily="34" charset="0"/>
              </a:rPr>
              <a:t>Develop New Suppliers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78888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AFF5A-FAA7-B65A-46DB-6B2F062FCCF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A3FCCD0-9928-FC82-0EF7-873CB2C0610A}"/>
              </a:ext>
            </a:extLst>
          </p:cNvPr>
          <p:cNvSpPr txBox="1"/>
          <p:nvPr/>
        </p:nvSpPr>
        <p:spPr>
          <a:xfrm>
            <a:off x="412955" y="548640"/>
            <a:ext cx="11017045" cy="861774"/>
          </a:xfrm>
          <a:prstGeom prst="rect">
            <a:avLst/>
          </a:prstGeom>
          <a:noFill/>
        </p:spPr>
        <p:txBody>
          <a:bodyPr wrap="square" lIns="0" tIns="0" rIns="0" bIns="0">
            <a:spAutoFit/>
          </a:bodyPr>
          <a:lstStyle/>
          <a:p>
            <a:pPr>
              <a:defRPr sz="3600" b="1">
                <a:solidFill>
                  <a:srgbClr val="1F2937"/>
                </a:solidFill>
                <a:latin typeface="Arial"/>
              </a:defRPr>
            </a:pPr>
            <a:r>
              <a:rPr lang="en-IN" sz="2800" b="1" kern="100" dirty="0">
                <a:solidFill>
                  <a:schemeClr val="tx2"/>
                </a:solidFill>
                <a:ea typeface="Calibri" panose="020F0502020204030204" pitchFamily="34" charset="0"/>
                <a:cs typeface="Times New Roman" panose="02020603050405020304" pitchFamily="18" charset="0"/>
              </a:rPr>
              <a:t>WAYS IISMEXPO EMPOWERS YOUR BRAND </a:t>
            </a:r>
          </a:p>
          <a:p>
            <a:pPr>
              <a:defRPr sz="3600" b="1">
                <a:solidFill>
                  <a:srgbClr val="1F2937"/>
                </a:solidFill>
                <a:latin typeface="Arial"/>
              </a:defRPr>
            </a:pPr>
            <a:r>
              <a:rPr lang="en-IN" sz="2800" b="1" kern="100" dirty="0">
                <a:solidFill>
                  <a:schemeClr val="tx2"/>
                </a:solidFill>
                <a:ea typeface="Calibri" panose="020F0502020204030204" pitchFamily="34" charset="0"/>
                <a:cs typeface="Times New Roman" panose="02020603050405020304" pitchFamily="18" charset="0"/>
              </a:rPr>
              <a:t>TO MEET ITS STRATEGIC MARKETING OBJECTIVES:</a:t>
            </a:r>
            <a:endParaRPr sz="2400" dirty="0">
              <a:solidFill>
                <a:schemeClr val="tx2"/>
              </a:solidFill>
            </a:endParaRPr>
          </a:p>
        </p:txBody>
      </p:sp>
      <p:sp>
        <p:nvSpPr>
          <p:cNvPr id="7" name="TextBox 6">
            <a:extLst>
              <a:ext uri="{FF2B5EF4-FFF2-40B4-BE49-F238E27FC236}">
                <a16:creationId xmlns:a16="http://schemas.microsoft.com/office/drawing/2014/main" id="{B9A9EE99-A4FC-91F5-9643-CA2E3189D9CD}"/>
              </a:ext>
            </a:extLst>
          </p:cNvPr>
          <p:cNvSpPr txBox="1"/>
          <p:nvPr/>
        </p:nvSpPr>
        <p:spPr>
          <a:xfrm>
            <a:off x="9509377" y="6364599"/>
            <a:ext cx="2682623" cy="307777"/>
          </a:xfrm>
          <a:prstGeom prst="rect">
            <a:avLst/>
          </a:prstGeom>
          <a:noFill/>
        </p:spPr>
        <p:txBody>
          <a:bodyPr wrap="square">
            <a:spAutoFit/>
          </a:bodyPr>
          <a:lstStyle/>
          <a:p>
            <a:r>
              <a:rPr lang="en-IN" sz="1400" b="1" dirty="0">
                <a:solidFill>
                  <a:schemeClr val="tx2">
                    <a:lumMod val="60000"/>
                    <a:lumOff val="40000"/>
                  </a:schemeClr>
                </a:solidFill>
              </a:rPr>
              <a:t>Website: www.iismexpo.Com</a:t>
            </a:r>
          </a:p>
        </p:txBody>
      </p:sp>
      <p:sp>
        <p:nvSpPr>
          <p:cNvPr id="4" name="TextBox 3">
            <a:extLst>
              <a:ext uri="{FF2B5EF4-FFF2-40B4-BE49-F238E27FC236}">
                <a16:creationId xmlns:a16="http://schemas.microsoft.com/office/drawing/2014/main" id="{526BFF15-CA22-CAC9-6522-7AFA1EB0B606}"/>
              </a:ext>
            </a:extLst>
          </p:cNvPr>
          <p:cNvSpPr txBox="1"/>
          <p:nvPr/>
        </p:nvSpPr>
        <p:spPr>
          <a:xfrm>
            <a:off x="412955" y="1511989"/>
            <a:ext cx="8514735" cy="4791055"/>
          </a:xfrm>
          <a:prstGeom prst="rect">
            <a:avLst/>
          </a:prstGeom>
          <a:noFill/>
        </p:spPr>
        <p:txBody>
          <a:bodyPr wrap="square">
            <a:spAutoFit/>
          </a:bodyPr>
          <a:lstStyle/>
          <a:p>
            <a:pPr>
              <a:lnSpc>
                <a:spcPct val="100000"/>
              </a:lnSpc>
              <a:spcAft>
                <a:spcPts val="800"/>
              </a:spcAft>
              <a:buNone/>
            </a:pPr>
            <a:r>
              <a:rPr lang="en-IN" sz="1200" kern="0" dirty="0">
                <a:effectLst/>
                <a:ea typeface="Times New Roman" panose="02020603050405020304" pitchFamily="18" charset="0"/>
                <a:cs typeface="Arial" panose="020B0604020202020204" pitchFamily="34" charset="0"/>
              </a:rPr>
              <a:t>India International Strategic Minerals Expo (IISME) over the three days will create a multi-pronged spectrum of activities to help you to achieve all these objectives and much more through a wide array of activities including but not limited to:</a:t>
            </a:r>
            <a:endParaRPr lang="en-IN" sz="1200" kern="100" dirty="0">
              <a:effectLst/>
              <a:ea typeface="Calibri" panose="020F0502020204030204" pitchFamily="34" charset="0"/>
              <a:cs typeface="Arial" panose="020B0604020202020204" pitchFamily="34" charset="0"/>
            </a:endParaRPr>
          </a:p>
          <a:p>
            <a:pPr>
              <a:lnSpc>
                <a:spcPct val="100000"/>
              </a:lnSpc>
              <a:spcAft>
                <a:spcPts val="800"/>
              </a:spcAft>
              <a:buNone/>
            </a:pPr>
            <a:r>
              <a:rPr lang="en-IN" sz="1200" kern="0" dirty="0">
                <a:effectLst/>
                <a:ea typeface="Times New Roman" panose="02020603050405020304" pitchFamily="18" charset="0"/>
                <a:cs typeface="Arial" panose="020B0604020202020204" pitchFamily="34" charset="0"/>
              </a:rPr>
              <a:t> </a:t>
            </a:r>
            <a:endParaRPr lang="en-IN" sz="1200" kern="100" dirty="0">
              <a:effectLst/>
              <a:ea typeface="Calibri" panose="020F0502020204030204" pitchFamily="34" charset="0"/>
              <a:cs typeface="Arial" panose="020B0604020202020204" pitchFamily="34" charset="0"/>
            </a:endParaRPr>
          </a:p>
          <a:p>
            <a:pPr marL="342900" lvl="0" indent="-342900" algn="just">
              <a:lnSpc>
                <a:spcPct val="100000"/>
              </a:lnSpc>
              <a:spcAft>
                <a:spcPts val="800"/>
              </a:spcAft>
              <a:buFont typeface="+mj-lt"/>
              <a:buAutoNum type="arabicPeriod"/>
            </a:pPr>
            <a:r>
              <a:rPr lang="en-IN" sz="1200" b="1" kern="0" dirty="0">
                <a:solidFill>
                  <a:srgbClr val="C00000"/>
                </a:solidFill>
                <a:effectLst/>
                <a:ea typeface="Times New Roman" panose="02020603050405020304" pitchFamily="18" charset="0"/>
                <a:cs typeface="Arial" panose="020B0604020202020204" pitchFamily="34" charset="0"/>
              </a:rPr>
              <a:t>Exhibition:</a:t>
            </a:r>
            <a:r>
              <a:rPr lang="en-IN" sz="1200" kern="0" dirty="0">
                <a:solidFill>
                  <a:srgbClr val="C00000"/>
                </a:solidFill>
                <a:effectLst/>
                <a:ea typeface="Times New Roman" panose="02020603050405020304" pitchFamily="18" charset="0"/>
                <a:cs typeface="Arial" panose="020B0604020202020204" pitchFamily="34" charset="0"/>
              </a:rPr>
              <a:t> </a:t>
            </a:r>
            <a:r>
              <a:rPr lang="en-IN" sz="1200" kern="0" dirty="0">
                <a:effectLst/>
                <a:ea typeface="Times New Roman" panose="02020603050405020304" pitchFamily="18" charset="0"/>
                <a:cs typeface="Arial" panose="020B0604020202020204" pitchFamily="34" charset="0"/>
              </a:rPr>
              <a:t>World class exhibition with 200+ exhibitors showcasing a wide array of products/Services covering all needs of buyers from across the global in an environment that is conductive to productive discussions.</a:t>
            </a:r>
            <a:endParaRPr lang="en-IN" sz="1200" kern="100" dirty="0">
              <a:effectLst/>
              <a:ea typeface="Calibri" panose="020F0502020204030204" pitchFamily="34" charset="0"/>
              <a:cs typeface="Arial" panose="020B0604020202020204" pitchFamily="34" charset="0"/>
            </a:endParaRPr>
          </a:p>
          <a:p>
            <a:pPr marL="342900" lvl="0" indent="-342900" algn="just">
              <a:lnSpc>
                <a:spcPct val="100000"/>
              </a:lnSpc>
              <a:spcAft>
                <a:spcPts val="800"/>
              </a:spcAft>
              <a:buFont typeface="+mj-lt"/>
              <a:buAutoNum type="arabicPeriod"/>
            </a:pPr>
            <a:r>
              <a:rPr lang="en-IN" sz="1200" b="1" kern="0" dirty="0">
                <a:solidFill>
                  <a:srgbClr val="C00000"/>
                </a:solidFill>
                <a:effectLst/>
                <a:ea typeface="Times New Roman" panose="02020603050405020304" pitchFamily="18" charset="0"/>
                <a:cs typeface="Arial" panose="020B0604020202020204" pitchFamily="34" charset="0"/>
              </a:rPr>
              <a:t>Conference:</a:t>
            </a:r>
            <a:r>
              <a:rPr lang="en-IN" sz="1200" kern="0" dirty="0">
                <a:solidFill>
                  <a:srgbClr val="C00000"/>
                </a:solidFill>
                <a:effectLst/>
                <a:ea typeface="Times New Roman" panose="02020603050405020304" pitchFamily="18" charset="0"/>
                <a:cs typeface="Arial" panose="020B0604020202020204" pitchFamily="34" charset="0"/>
              </a:rPr>
              <a:t> </a:t>
            </a:r>
            <a:r>
              <a:rPr lang="en-IN" sz="1200" kern="0" dirty="0">
                <a:effectLst/>
                <a:ea typeface="Times New Roman" panose="02020603050405020304" pitchFamily="18" charset="0"/>
                <a:cs typeface="Arial" panose="020B0604020202020204" pitchFamily="34" charset="0"/>
              </a:rPr>
              <a:t>A highly sector focused conference that will bring together all stake holders of the sectors to discuss debate and collaborate on growth strategies leveraging proven best practice, cutting edge technologies and shared networks.</a:t>
            </a:r>
            <a:endParaRPr lang="en-IN" sz="1200" kern="100" dirty="0">
              <a:effectLst/>
              <a:ea typeface="Calibri" panose="020F0502020204030204" pitchFamily="34" charset="0"/>
              <a:cs typeface="Arial" panose="020B0604020202020204" pitchFamily="34" charset="0"/>
            </a:endParaRPr>
          </a:p>
          <a:p>
            <a:pPr marL="342900" lvl="0" indent="-342900" algn="just">
              <a:lnSpc>
                <a:spcPct val="100000"/>
              </a:lnSpc>
              <a:spcAft>
                <a:spcPts val="800"/>
              </a:spcAft>
              <a:buFont typeface="+mj-lt"/>
              <a:buAutoNum type="arabicPeriod"/>
            </a:pPr>
            <a:r>
              <a:rPr lang="en-IN" sz="1200" b="1" kern="0" dirty="0">
                <a:solidFill>
                  <a:srgbClr val="C00000"/>
                </a:solidFill>
                <a:effectLst/>
                <a:ea typeface="Times New Roman" panose="02020603050405020304" pitchFamily="18" charset="0"/>
                <a:cs typeface="Arial" panose="020B0604020202020204" pitchFamily="34" charset="0"/>
              </a:rPr>
              <a:t>Excellence Awards:</a:t>
            </a:r>
            <a:r>
              <a:rPr lang="en-IN" sz="1200" kern="0" dirty="0">
                <a:solidFill>
                  <a:srgbClr val="C00000"/>
                </a:solidFill>
                <a:effectLst/>
                <a:ea typeface="Times New Roman" panose="02020603050405020304" pitchFamily="18" charset="0"/>
                <a:cs typeface="Arial" panose="020B0604020202020204" pitchFamily="34" charset="0"/>
              </a:rPr>
              <a:t> </a:t>
            </a:r>
            <a:r>
              <a:rPr lang="en-IN" sz="1200" kern="0" dirty="0">
                <a:effectLst/>
                <a:ea typeface="Times New Roman" panose="02020603050405020304" pitchFamily="18" charset="0"/>
                <a:cs typeface="Arial" panose="020B0604020202020204" pitchFamily="34" charset="0"/>
              </a:rPr>
              <a:t>The awards for Excellence in Mining and Metals, Rare Earth Metals will put a spotlight on the product, organisations and leaders of the Mining sector that are making exemplary contribution to the sector. The Winners success stories will be showcased as a part of the post event on Print Media, Electronic and social media.</a:t>
            </a:r>
            <a:endParaRPr lang="en-IN" sz="1200" kern="100" dirty="0">
              <a:effectLst/>
              <a:ea typeface="Calibri" panose="020F0502020204030204" pitchFamily="34" charset="0"/>
              <a:cs typeface="Arial" panose="020B0604020202020204" pitchFamily="34" charset="0"/>
            </a:endParaRPr>
          </a:p>
          <a:p>
            <a:pPr marL="342900" lvl="0" indent="-342900" algn="just">
              <a:lnSpc>
                <a:spcPct val="100000"/>
              </a:lnSpc>
              <a:spcAft>
                <a:spcPts val="800"/>
              </a:spcAft>
              <a:buFont typeface="+mj-lt"/>
              <a:buAutoNum type="arabicPeriod"/>
            </a:pPr>
            <a:r>
              <a:rPr lang="en-IN" sz="1200" b="1" kern="0" dirty="0">
                <a:solidFill>
                  <a:srgbClr val="C00000"/>
                </a:solidFill>
                <a:effectLst/>
                <a:ea typeface="Times New Roman" panose="02020603050405020304" pitchFamily="18" charset="0"/>
                <a:cs typeface="Arial" panose="020B0604020202020204" pitchFamily="34" charset="0"/>
              </a:rPr>
              <a:t>B2B Meetings:</a:t>
            </a:r>
            <a:r>
              <a:rPr lang="en-IN" sz="1200" kern="0" dirty="0">
                <a:solidFill>
                  <a:srgbClr val="C00000"/>
                </a:solidFill>
                <a:effectLst/>
                <a:ea typeface="Times New Roman" panose="02020603050405020304" pitchFamily="18" charset="0"/>
                <a:cs typeface="Arial" panose="020B0604020202020204" pitchFamily="34" charset="0"/>
              </a:rPr>
              <a:t> </a:t>
            </a:r>
            <a:r>
              <a:rPr lang="en-IN" sz="1200" kern="0" dirty="0">
                <a:effectLst/>
                <a:ea typeface="Times New Roman" panose="02020603050405020304" pitchFamily="18" charset="0"/>
                <a:cs typeface="Arial" panose="020B0604020202020204" pitchFamily="34" charset="0"/>
              </a:rPr>
              <a:t>Exhibitors opting for some specific packages will get the options of picking up names from the pre-registered buyers for facilitate one to one meeting. This works like an added advantage providing you the opportunities to ensure you don’t miss out the opportunity of meeting big buyers.</a:t>
            </a:r>
            <a:endParaRPr lang="en-IN" sz="1200" kern="100" dirty="0">
              <a:effectLst/>
              <a:ea typeface="Calibri" panose="020F0502020204030204" pitchFamily="34" charset="0"/>
              <a:cs typeface="Arial" panose="020B0604020202020204" pitchFamily="34" charset="0"/>
            </a:endParaRPr>
          </a:p>
          <a:p>
            <a:pPr marL="342900" lvl="0" indent="-342900" algn="just">
              <a:lnSpc>
                <a:spcPct val="100000"/>
              </a:lnSpc>
              <a:spcAft>
                <a:spcPts val="800"/>
              </a:spcAft>
              <a:buFont typeface="+mj-lt"/>
              <a:buAutoNum type="arabicPeriod"/>
            </a:pPr>
            <a:r>
              <a:rPr lang="en-IN" sz="1200" b="1" kern="0" dirty="0">
                <a:solidFill>
                  <a:srgbClr val="C00000"/>
                </a:solidFill>
                <a:effectLst/>
                <a:ea typeface="Times New Roman" panose="02020603050405020304" pitchFamily="18" charset="0"/>
                <a:cs typeface="Arial" panose="020B0604020202020204" pitchFamily="34" charset="0"/>
              </a:rPr>
              <a:t>Social Meida Amplifications:</a:t>
            </a:r>
            <a:r>
              <a:rPr lang="en-IN" sz="1200" kern="0" dirty="0">
                <a:solidFill>
                  <a:srgbClr val="C00000"/>
                </a:solidFill>
                <a:effectLst/>
                <a:ea typeface="Times New Roman" panose="02020603050405020304" pitchFamily="18" charset="0"/>
                <a:cs typeface="Arial" panose="020B0604020202020204" pitchFamily="34" charset="0"/>
              </a:rPr>
              <a:t> </a:t>
            </a:r>
            <a:r>
              <a:rPr lang="en-IN" sz="1200" kern="0" dirty="0">
                <a:effectLst/>
                <a:ea typeface="Times New Roman" panose="02020603050405020304" pitchFamily="18" charset="0"/>
                <a:cs typeface="Arial" panose="020B0604020202020204" pitchFamily="34" charset="0"/>
              </a:rPr>
              <a:t>We will be running an intensive social media campaign with an extensive reach to our database, followership of about 50,000+ professionals, in addition to our general campaigns we will be delighted to develop special promotions for you on an exclusive basis.</a:t>
            </a:r>
            <a:endParaRPr lang="en-IN" sz="1200" kern="100" dirty="0">
              <a:effectLst/>
              <a:ea typeface="Calibri" panose="020F0502020204030204" pitchFamily="34" charset="0"/>
              <a:cs typeface="Arial" panose="020B0604020202020204" pitchFamily="34" charset="0"/>
            </a:endParaRPr>
          </a:p>
          <a:p>
            <a:pPr marL="342900" lvl="0" indent="-342900" algn="just">
              <a:lnSpc>
                <a:spcPct val="100000"/>
              </a:lnSpc>
              <a:spcAft>
                <a:spcPts val="800"/>
              </a:spcAft>
              <a:buFont typeface="+mj-lt"/>
              <a:buAutoNum type="arabicPeriod"/>
            </a:pPr>
            <a:r>
              <a:rPr lang="en-IN" sz="1200" b="1" kern="0" dirty="0">
                <a:solidFill>
                  <a:srgbClr val="C00000"/>
                </a:solidFill>
                <a:effectLst/>
                <a:ea typeface="Times New Roman" panose="02020603050405020304" pitchFamily="18" charset="0"/>
                <a:cs typeface="Arial" panose="020B0604020202020204" pitchFamily="34" charset="0"/>
              </a:rPr>
              <a:t>Product launch Support:</a:t>
            </a:r>
            <a:r>
              <a:rPr lang="en-IN" sz="1200" kern="0" dirty="0">
                <a:solidFill>
                  <a:srgbClr val="C00000"/>
                </a:solidFill>
                <a:effectLst/>
                <a:ea typeface="Times New Roman" panose="02020603050405020304" pitchFamily="18" charset="0"/>
                <a:cs typeface="Arial" panose="020B0604020202020204" pitchFamily="34" charset="0"/>
              </a:rPr>
              <a:t> </a:t>
            </a:r>
            <a:r>
              <a:rPr lang="en-IN" sz="1200" kern="0" dirty="0">
                <a:effectLst/>
                <a:ea typeface="Times New Roman" panose="02020603050405020304" pitchFamily="18" charset="0"/>
                <a:cs typeface="Arial" panose="020B0604020202020204" pitchFamily="34" charset="0"/>
              </a:rPr>
              <a:t>In case you are planning on any new product/Services launch at the event we will be happy to help create that attention and visibility around the same by aligning it with the opening and closing ceremonies, conference session, VIP Visit or Exclusive Print Coverage in The HINDUSTAN TIMES or THE ECONOMIN TIMES (will be discussed separately)</a:t>
            </a:r>
            <a:endParaRPr lang="en-IN" sz="1200" kern="100" dirty="0">
              <a:effectLst/>
              <a:ea typeface="Calibri" panose="020F0502020204030204" pitchFamily="34" charset="0"/>
              <a:cs typeface="Arial" panose="020B0604020202020204" pitchFamily="34" charset="0"/>
            </a:endParaRPr>
          </a:p>
          <a:p>
            <a:pPr marL="342900" lvl="0" indent="-342900" algn="just">
              <a:lnSpc>
                <a:spcPct val="100000"/>
              </a:lnSpc>
              <a:spcAft>
                <a:spcPts val="800"/>
              </a:spcAft>
              <a:buFont typeface="+mj-lt"/>
              <a:buAutoNum type="arabicPeriod"/>
            </a:pPr>
            <a:r>
              <a:rPr lang="en-IN" sz="1200" b="1" kern="0" dirty="0">
                <a:solidFill>
                  <a:srgbClr val="C00000"/>
                </a:solidFill>
                <a:effectLst/>
                <a:ea typeface="Times New Roman" panose="02020603050405020304" pitchFamily="18" charset="0"/>
                <a:cs typeface="Arial" panose="020B0604020202020204" pitchFamily="34" charset="0"/>
              </a:rPr>
              <a:t>Individual Post Event Promotion</a:t>
            </a:r>
            <a:r>
              <a:rPr lang="en-IN" sz="1200" kern="0" dirty="0">
                <a:solidFill>
                  <a:srgbClr val="C00000"/>
                </a:solidFill>
                <a:effectLst/>
                <a:ea typeface="Times New Roman" panose="02020603050405020304" pitchFamily="18" charset="0"/>
                <a:cs typeface="Arial" panose="020B0604020202020204" pitchFamily="34" charset="0"/>
              </a:rPr>
              <a:t>: </a:t>
            </a:r>
            <a:r>
              <a:rPr lang="en-IN" sz="1200" kern="0" dirty="0">
                <a:effectLst/>
                <a:ea typeface="Times New Roman" panose="02020603050405020304" pitchFamily="18" charset="0"/>
                <a:cs typeface="Arial" panose="020B0604020202020204" pitchFamily="34" charset="0"/>
              </a:rPr>
              <a:t>Print Coverage in THE HINDUSTAN TIMES or THE ECONOMIN TIMES (will be discussed separately). This will provide another opportunity to showcase your success story to the industry and public.</a:t>
            </a:r>
            <a:endParaRPr lang="en-IN" sz="1000" kern="100" dirty="0">
              <a:effectLst/>
              <a:ea typeface="Calibri" panose="020F0502020204030204" pitchFamily="34" charset="0"/>
              <a:cs typeface="Arial" panose="020B0604020202020204" pitchFamily="34" charset="0"/>
            </a:endParaRPr>
          </a:p>
        </p:txBody>
      </p:sp>
      <p:pic>
        <p:nvPicPr>
          <p:cNvPr id="12" name="Picture 11" descr="Business Growth, Tree on Coin, Financial Planning Concept Stock  Illustration - Illustration of asset, wallpaper: 316572088">
            <a:extLst>
              <a:ext uri="{FF2B5EF4-FFF2-40B4-BE49-F238E27FC236}">
                <a16:creationId xmlns:a16="http://schemas.microsoft.com/office/drawing/2014/main" id="{B1060ECD-36E1-33F0-B16A-316CDFFD259B}"/>
              </a:ext>
            </a:extLst>
          </p:cNvPr>
          <p:cNvPicPr>
            <a:picLocks noChangeAspect="1"/>
          </p:cNvPicPr>
          <p:nvPr/>
        </p:nvPicPr>
        <p:blipFill>
          <a:blip r:embed="rId3"/>
          <a:stretch>
            <a:fillRect/>
          </a:stretch>
        </p:blipFill>
        <p:spPr>
          <a:xfrm>
            <a:off x="9363642" y="1680913"/>
            <a:ext cx="2602216" cy="4628447"/>
          </a:xfrm>
          <a:prstGeom prst="rect">
            <a:avLst/>
          </a:prstGeom>
          <a:ln>
            <a:solidFill>
              <a:srgbClr val="92D050"/>
            </a:solidFill>
          </a:ln>
        </p:spPr>
      </p:pic>
    </p:spTree>
    <p:extLst>
      <p:ext uri="{BB962C8B-B14F-4D97-AF65-F5344CB8AC3E}">
        <p14:creationId xmlns:p14="http://schemas.microsoft.com/office/powerpoint/2010/main" val="3659945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87E01-4B80-2832-5B80-FC89B1E302B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15EE4FB-6C10-5A5F-D811-C9AB4009D0EE}"/>
              </a:ext>
            </a:extLst>
          </p:cNvPr>
          <p:cNvSpPr txBox="1"/>
          <p:nvPr/>
        </p:nvSpPr>
        <p:spPr>
          <a:xfrm>
            <a:off x="412955" y="548640"/>
            <a:ext cx="11017045" cy="430887"/>
          </a:xfrm>
          <a:prstGeom prst="rect">
            <a:avLst/>
          </a:prstGeom>
          <a:noFill/>
        </p:spPr>
        <p:txBody>
          <a:bodyPr wrap="square" lIns="0" tIns="0" rIns="0" bIns="0">
            <a:spAutoFit/>
          </a:bodyPr>
          <a:lstStyle/>
          <a:p>
            <a:r>
              <a:rPr lang="en-IN" sz="2800" b="1" dirty="0">
                <a:solidFill>
                  <a:schemeClr val="tx2"/>
                </a:solidFill>
                <a:latin typeface="Arial" panose="020B0604020202020204" pitchFamily="34" charset="0"/>
                <a:cs typeface="Arial" panose="020B0604020202020204" pitchFamily="34" charset="0"/>
              </a:rPr>
              <a:t>PAVILLIONS</a:t>
            </a:r>
            <a:endParaRPr lang="en-IN" sz="2800" dirty="0">
              <a:solidFill>
                <a:schemeClr val="tx2"/>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D59A2783-14CA-CECA-E90C-2F7EE816F0EA}"/>
              </a:ext>
            </a:extLst>
          </p:cNvPr>
          <p:cNvSpPr txBox="1"/>
          <p:nvPr/>
        </p:nvSpPr>
        <p:spPr>
          <a:xfrm>
            <a:off x="9509377" y="6364599"/>
            <a:ext cx="2682623" cy="307777"/>
          </a:xfrm>
          <a:prstGeom prst="rect">
            <a:avLst/>
          </a:prstGeom>
          <a:noFill/>
        </p:spPr>
        <p:txBody>
          <a:bodyPr wrap="square">
            <a:spAutoFit/>
          </a:bodyPr>
          <a:lstStyle/>
          <a:p>
            <a:r>
              <a:rPr lang="en-IN" sz="1400" b="1" dirty="0">
                <a:solidFill>
                  <a:schemeClr val="tx2">
                    <a:lumMod val="60000"/>
                    <a:lumOff val="40000"/>
                  </a:schemeClr>
                </a:solidFill>
              </a:rPr>
              <a:t>Website: www.iismexpo.Com</a:t>
            </a:r>
          </a:p>
        </p:txBody>
      </p:sp>
      <p:graphicFrame>
        <p:nvGraphicFramePr>
          <p:cNvPr id="11" name="Content Placeholder 10">
            <a:extLst>
              <a:ext uri="{FF2B5EF4-FFF2-40B4-BE49-F238E27FC236}">
                <a16:creationId xmlns:a16="http://schemas.microsoft.com/office/drawing/2014/main" id="{7D9D8F2F-2774-C8C8-842E-64EE56047405}"/>
              </a:ext>
            </a:extLst>
          </p:cNvPr>
          <p:cNvGraphicFramePr>
            <a:graphicFrameLocks noGrp="1"/>
          </p:cNvGraphicFramePr>
          <p:nvPr>
            <p:ph idx="1"/>
            <p:extLst>
              <p:ext uri="{D42A27DB-BD31-4B8C-83A1-F6EECF244321}">
                <p14:modId xmlns:p14="http://schemas.microsoft.com/office/powerpoint/2010/main" val="3497557307"/>
              </p:ext>
            </p:extLst>
          </p:nvPr>
        </p:nvGraphicFramePr>
        <p:xfrm>
          <a:off x="457200" y="1600200"/>
          <a:ext cx="11302181" cy="4764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33865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14513" y="2498173"/>
            <a:ext cx="1736377" cy="553998"/>
          </a:xfrm>
          <a:prstGeom prst="rect">
            <a:avLst/>
          </a:prstGeom>
          <a:noFill/>
        </p:spPr>
        <p:txBody>
          <a:bodyPr wrap="square" lIns="0" tIns="0" rIns="0" bIns="0">
            <a:spAutoFit/>
          </a:bodyPr>
          <a:lstStyle/>
          <a:p>
            <a:pPr>
              <a:defRPr sz="3600" b="1">
                <a:solidFill>
                  <a:srgbClr val="1F2937"/>
                </a:solidFill>
                <a:latin typeface="Arial"/>
              </a:defRPr>
            </a:pPr>
            <a:r>
              <a:rPr dirty="0"/>
              <a:t>Venue</a:t>
            </a:r>
          </a:p>
        </p:txBody>
      </p:sp>
      <p:sp>
        <p:nvSpPr>
          <p:cNvPr id="3" name="TextBox 2"/>
          <p:cNvSpPr txBox="1"/>
          <p:nvPr/>
        </p:nvSpPr>
        <p:spPr>
          <a:xfrm>
            <a:off x="746760" y="3259723"/>
            <a:ext cx="10698480" cy="830997"/>
          </a:xfrm>
          <a:prstGeom prst="rect">
            <a:avLst/>
          </a:prstGeom>
          <a:noFill/>
        </p:spPr>
        <p:txBody>
          <a:bodyPr wrap="square">
            <a:spAutoFit/>
          </a:bodyPr>
          <a:lstStyle/>
          <a:p>
            <a:pPr>
              <a:defRPr sz="1600" b="1">
                <a:solidFill>
                  <a:srgbClr val="2563EB"/>
                </a:solidFill>
              </a:defRPr>
            </a:pPr>
            <a:r>
              <a:rPr dirty="0"/>
              <a:t>New Delhi | </a:t>
            </a:r>
            <a:r>
              <a:rPr lang="en-US" dirty="0"/>
              <a:t>Bharat Mandapam, </a:t>
            </a:r>
            <a:r>
              <a:rPr dirty="0"/>
              <a:t>Pragati Maidan</a:t>
            </a:r>
            <a:r>
              <a:rPr lang="en-IN" dirty="0"/>
              <a:t> (IECC)</a:t>
            </a:r>
          </a:p>
          <a:p>
            <a:pPr>
              <a:defRPr sz="1600" b="1">
                <a:solidFill>
                  <a:srgbClr val="2563EB"/>
                </a:solidFill>
              </a:defRPr>
            </a:pPr>
            <a:endParaRPr lang="en-IN" dirty="0"/>
          </a:p>
          <a:p>
            <a:pPr>
              <a:defRPr sz="1600" b="1">
                <a:solidFill>
                  <a:srgbClr val="2563EB"/>
                </a:solidFill>
              </a:defRPr>
            </a:pPr>
            <a:r>
              <a:rPr lang="en-IN" dirty="0"/>
              <a:t>3-4-5 February 2027</a:t>
            </a:r>
            <a:endParaRPr dirty="0"/>
          </a:p>
        </p:txBody>
      </p:sp>
      <p:pic>
        <p:nvPicPr>
          <p:cNvPr id="7" name="Picture 6">
            <a:extLst>
              <a:ext uri="{FF2B5EF4-FFF2-40B4-BE49-F238E27FC236}">
                <a16:creationId xmlns:a16="http://schemas.microsoft.com/office/drawing/2014/main" id="{1D97F9A9-028E-1F6C-DA6E-B944E79BF718}"/>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193277" y="1022738"/>
            <a:ext cx="5411821" cy="4058866"/>
          </a:xfrm>
          <a:prstGeom prst="rect">
            <a:avLst/>
          </a:prstGeom>
        </p:spPr>
        <p:style>
          <a:lnRef idx="3">
            <a:schemeClr val="lt1"/>
          </a:lnRef>
          <a:fillRef idx="1">
            <a:schemeClr val="accent1"/>
          </a:fillRef>
          <a:effectRef idx="1">
            <a:schemeClr val="accent1"/>
          </a:effectRef>
          <a:fontRef idx="minor">
            <a:schemeClr val="lt1"/>
          </a:fontRef>
        </p:style>
      </p:pic>
      <p:sp>
        <p:nvSpPr>
          <p:cNvPr id="5" name="TextBox 4">
            <a:extLst>
              <a:ext uri="{FF2B5EF4-FFF2-40B4-BE49-F238E27FC236}">
                <a16:creationId xmlns:a16="http://schemas.microsoft.com/office/drawing/2014/main" id="{120BB8E9-F1ED-C455-58B8-BAAE437F5CF1}"/>
              </a:ext>
            </a:extLst>
          </p:cNvPr>
          <p:cNvSpPr txBox="1"/>
          <p:nvPr/>
        </p:nvSpPr>
        <p:spPr>
          <a:xfrm>
            <a:off x="8899187" y="6078483"/>
            <a:ext cx="3292813" cy="369332"/>
          </a:xfrm>
          <a:prstGeom prst="rect">
            <a:avLst/>
          </a:prstGeom>
          <a:noFill/>
        </p:spPr>
        <p:txBody>
          <a:bodyPr wrap="square">
            <a:spAutoFit/>
          </a:bodyPr>
          <a:lstStyle/>
          <a:p>
            <a:r>
              <a:rPr lang="en-IN" sz="1800" dirty="0">
                <a:solidFill>
                  <a:schemeClr val="tx2">
                    <a:lumMod val="60000"/>
                    <a:lumOff val="40000"/>
                  </a:schemeClr>
                </a:solidFill>
              </a:rPr>
              <a:t>Website: www.iismexpo.Com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0750" y="552573"/>
            <a:ext cx="10844490" cy="553998"/>
          </a:xfrm>
          <a:prstGeom prst="rect">
            <a:avLst/>
          </a:prstGeom>
          <a:noFill/>
        </p:spPr>
        <p:txBody>
          <a:bodyPr wrap="square" lIns="0" tIns="0" rIns="0" bIns="0">
            <a:spAutoFit/>
          </a:bodyPr>
          <a:lstStyle/>
          <a:p>
            <a:pPr>
              <a:defRPr sz="3600" b="1">
                <a:solidFill>
                  <a:srgbClr val="1F2937"/>
                </a:solidFill>
                <a:latin typeface="Arial"/>
              </a:defRPr>
            </a:pPr>
            <a:r>
              <a:rPr lang="en-US" dirty="0"/>
              <a:t>Sectors </a:t>
            </a:r>
            <a:endParaRPr dirty="0"/>
          </a:p>
        </p:txBody>
      </p:sp>
      <p:sp>
        <p:nvSpPr>
          <p:cNvPr id="3" name="TextBox 2"/>
          <p:cNvSpPr txBox="1"/>
          <p:nvPr/>
        </p:nvSpPr>
        <p:spPr>
          <a:xfrm>
            <a:off x="600750" y="1171862"/>
            <a:ext cx="2702889" cy="877163"/>
          </a:xfrm>
          <a:prstGeom prst="rect">
            <a:avLst/>
          </a:prstGeom>
          <a:noFill/>
        </p:spPr>
        <p:txBody>
          <a:bodyPr wrap="square">
            <a:spAutoFit/>
          </a:bodyPr>
          <a:lstStyle/>
          <a:p>
            <a:pPr>
              <a:defRPr sz="1800" b="1">
                <a:solidFill>
                  <a:srgbClr val="2563EB"/>
                </a:solidFill>
              </a:defRPr>
            </a:pPr>
            <a:r>
              <a:rPr dirty="0"/>
              <a:t>Exploration &amp; Mining Tech</a:t>
            </a:r>
          </a:p>
          <a:p>
            <a:pPr>
              <a:spcBef>
                <a:spcPts val="600"/>
              </a:spcBef>
              <a:defRPr sz="1400">
                <a:solidFill>
                  <a:srgbClr val="1F2937"/>
                </a:solidFill>
              </a:defRPr>
            </a:pPr>
            <a:r>
              <a:rPr dirty="0"/>
              <a:t>AI mapping, advanced drilling rigs, deep-earth geophysical sensors.</a:t>
            </a:r>
          </a:p>
        </p:txBody>
      </p:sp>
      <p:sp>
        <p:nvSpPr>
          <p:cNvPr id="4" name="TextBox 3"/>
          <p:cNvSpPr txBox="1"/>
          <p:nvPr/>
        </p:nvSpPr>
        <p:spPr>
          <a:xfrm>
            <a:off x="3971498" y="1172331"/>
            <a:ext cx="2500096" cy="1092607"/>
          </a:xfrm>
          <a:prstGeom prst="rect">
            <a:avLst/>
          </a:prstGeom>
          <a:noFill/>
        </p:spPr>
        <p:txBody>
          <a:bodyPr wrap="square">
            <a:spAutoFit/>
          </a:bodyPr>
          <a:lstStyle/>
          <a:p>
            <a:pPr>
              <a:defRPr sz="1800" b="1">
                <a:solidFill>
                  <a:srgbClr val="2563EB"/>
                </a:solidFill>
              </a:defRPr>
            </a:pPr>
            <a:r>
              <a:rPr dirty="0"/>
              <a:t>Processing &amp; Metallurgy</a:t>
            </a:r>
          </a:p>
          <a:p>
            <a:pPr>
              <a:spcBef>
                <a:spcPts val="600"/>
              </a:spcBef>
              <a:defRPr sz="1400">
                <a:solidFill>
                  <a:srgbClr val="1F2937"/>
                </a:solidFill>
              </a:defRPr>
            </a:pPr>
            <a:r>
              <a:rPr dirty="0"/>
              <a:t>Chemical refining tech, pilot plant models, advanced metallurgy.</a:t>
            </a:r>
          </a:p>
        </p:txBody>
      </p:sp>
      <p:sp>
        <p:nvSpPr>
          <p:cNvPr id="5" name="TextBox 4"/>
          <p:cNvSpPr txBox="1"/>
          <p:nvPr/>
        </p:nvSpPr>
        <p:spPr>
          <a:xfrm>
            <a:off x="6620306" y="1171862"/>
            <a:ext cx="2307630" cy="1092607"/>
          </a:xfrm>
          <a:prstGeom prst="rect">
            <a:avLst/>
          </a:prstGeom>
          <a:noFill/>
        </p:spPr>
        <p:txBody>
          <a:bodyPr wrap="square">
            <a:spAutoFit/>
          </a:bodyPr>
          <a:lstStyle/>
          <a:p>
            <a:pPr>
              <a:defRPr sz="1800" b="1">
                <a:solidFill>
                  <a:srgbClr val="2563EB"/>
                </a:solidFill>
              </a:defRPr>
            </a:pPr>
            <a:r>
              <a:rPr dirty="0"/>
              <a:t>Strategic Applications</a:t>
            </a:r>
          </a:p>
          <a:p>
            <a:pPr>
              <a:spcBef>
                <a:spcPts val="600"/>
              </a:spcBef>
              <a:defRPr sz="1400">
                <a:solidFill>
                  <a:srgbClr val="1F2937"/>
                </a:solidFill>
              </a:defRPr>
            </a:pPr>
            <a:r>
              <a:rPr dirty="0"/>
              <a:t>Permanent magnets, EV motors, defense systems, aerospace tech.</a:t>
            </a:r>
          </a:p>
        </p:txBody>
      </p:sp>
      <p:sp>
        <p:nvSpPr>
          <p:cNvPr id="6" name="TextBox 5"/>
          <p:cNvSpPr txBox="1"/>
          <p:nvPr/>
        </p:nvSpPr>
        <p:spPr>
          <a:xfrm>
            <a:off x="9225361" y="1172331"/>
            <a:ext cx="1826342" cy="1092607"/>
          </a:xfrm>
          <a:prstGeom prst="rect">
            <a:avLst/>
          </a:prstGeom>
          <a:noFill/>
        </p:spPr>
        <p:txBody>
          <a:bodyPr wrap="square">
            <a:spAutoFit/>
          </a:bodyPr>
          <a:lstStyle/>
          <a:p>
            <a:pPr>
              <a:defRPr sz="1800" b="1">
                <a:solidFill>
                  <a:srgbClr val="2563EB"/>
                </a:solidFill>
              </a:defRPr>
            </a:pPr>
            <a:r>
              <a:rPr dirty="0"/>
              <a:t>Circular Economy</a:t>
            </a:r>
          </a:p>
          <a:p>
            <a:pPr>
              <a:spcBef>
                <a:spcPts val="600"/>
              </a:spcBef>
              <a:defRPr sz="1400">
                <a:solidFill>
                  <a:srgbClr val="1F2937"/>
                </a:solidFill>
              </a:defRPr>
            </a:pPr>
            <a:r>
              <a:rPr dirty="0"/>
              <a:t>E-waste urban mining, recycling tech, battery recovery systems.</a:t>
            </a:r>
          </a:p>
        </p:txBody>
      </p:sp>
      <p:sp>
        <p:nvSpPr>
          <p:cNvPr id="8" name="TextBox 7">
            <a:extLst>
              <a:ext uri="{FF2B5EF4-FFF2-40B4-BE49-F238E27FC236}">
                <a16:creationId xmlns:a16="http://schemas.microsoft.com/office/drawing/2014/main" id="{8C6FB43D-DCB2-679F-F2A8-D7B86C3E76C5}"/>
              </a:ext>
            </a:extLst>
          </p:cNvPr>
          <p:cNvSpPr txBox="1"/>
          <p:nvPr/>
        </p:nvSpPr>
        <p:spPr>
          <a:xfrm>
            <a:off x="449949" y="2264469"/>
            <a:ext cx="11407753" cy="4924425"/>
          </a:xfrm>
          <a:prstGeom prst="rect">
            <a:avLst/>
          </a:prstGeom>
          <a:noFill/>
        </p:spPr>
        <p:txBody>
          <a:bodyPr wrap="square">
            <a:spAutoFit/>
          </a:bodyPr>
          <a:lstStyle/>
          <a:p>
            <a:r>
              <a:rPr lang="en-IN" b="1" dirty="0"/>
              <a:t>1.Exploration &amp; Extraction</a:t>
            </a:r>
          </a:p>
          <a:p>
            <a:r>
              <a:rPr lang="en-IN" sz="1100" dirty="0"/>
              <a:t>This sector focuses on finding and pulling resources out of the ground.</a:t>
            </a:r>
          </a:p>
          <a:p>
            <a:pPr lvl="0"/>
            <a:r>
              <a:rPr lang="en-IN" sz="1100" b="1" dirty="0"/>
              <a:t>Geological Exploration &amp; Surveying:</a:t>
            </a:r>
            <a:r>
              <a:rPr lang="en-IN" sz="1100" dirty="0"/>
              <a:t> Companies specializing in remote sensing, core drilling, and geochemical mapping to locate mineral deposits.</a:t>
            </a:r>
          </a:p>
          <a:p>
            <a:pPr lvl="0"/>
            <a:r>
              <a:rPr lang="en-IN" sz="1100" b="1" dirty="0"/>
              <a:t>Mining Operations:</a:t>
            </a:r>
            <a:r>
              <a:rPr lang="en-IN" sz="1100" dirty="0"/>
              <a:t> Open-pit and underground mining operations extracting raw ores (e.g., bastnäsite and monazite for rare earths, chalcopyrite for copper).</a:t>
            </a:r>
          </a:p>
          <a:p>
            <a:pPr lvl="0"/>
            <a:r>
              <a:rPr lang="en-IN" sz="1100" b="1" dirty="0"/>
              <a:t>Mining Equipment &amp; Machinery:</a:t>
            </a:r>
            <a:r>
              <a:rPr lang="en-IN" sz="1100" dirty="0"/>
              <a:t> Manufacturers of heavy earthmovers, drill rigs, crushing units, and automated mining systems like Caterpillar Mining.</a:t>
            </a:r>
          </a:p>
          <a:p>
            <a:r>
              <a:rPr lang="en-IN" b="1" dirty="0"/>
              <a:t>2.Processing &amp; Refining</a:t>
            </a:r>
          </a:p>
          <a:p>
            <a:r>
              <a:rPr lang="en-IN" sz="1100" dirty="0"/>
              <a:t>Raw ore is virtually useless without intensive chemical and metallurgical processing to isolate pure metals.</a:t>
            </a:r>
          </a:p>
          <a:p>
            <a:pPr lvl="0"/>
            <a:r>
              <a:rPr lang="en-IN" sz="1100" b="1" dirty="0"/>
              <a:t>Beneficiation &amp; Concentration:</a:t>
            </a:r>
            <a:r>
              <a:rPr lang="en-IN" sz="1100" dirty="0"/>
              <a:t> Crushing, grinding, and froth flotation sectors that separate valuable mineral grains from waste rock (gangue).</a:t>
            </a:r>
          </a:p>
          <a:p>
            <a:pPr lvl="0"/>
            <a:r>
              <a:rPr lang="en-IN" sz="1100" b="1" dirty="0"/>
              <a:t>Chemical Cracking &amp; Hydrometallurgy:</a:t>
            </a:r>
            <a:r>
              <a:rPr lang="en-IN" sz="1100" dirty="0"/>
              <a:t> Acid leaching and solvent extraction plants specifically designed to separate individual Rare Earth Elements (REEs) like Neodymium, Dysprosium, and Praseodymium, which are chemically very similar and notoriously difficult to isolate.</a:t>
            </a:r>
          </a:p>
          <a:p>
            <a:pPr lvl="0"/>
            <a:r>
              <a:rPr lang="en-IN" sz="1100" b="1" dirty="0"/>
              <a:t>Smelting &amp; Alloying:</a:t>
            </a:r>
            <a:r>
              <a:rPr lang="en-IN" sz="1100" dirty="0"/>
              <a:t> Converting purified mineral concentrates into industrial metals and master alloys.</a:t>
            </a:r>
          </a:p>
          <a:p>
            <a:r>
              <a:rPr lang="en-IN" b="1" dirty="0"/>
              <a:t>3.Advanced Manufacturing</a:t>
            </a:r>
          </a:p>
          <a:p>
            <a:r>
              <a:rPr lang="en-IN" sz="1100" dirty="0"/>
              <a:t>This sector transforms processed minerals into the high-tech components that drive the modern economy.</a:t>
            </a:r>
          </a:p>
          <a:p>
            <a:pPr lvl="0"/>
            <a:r>
              <a:rPr lang="en-IN" sz="1100" b="1" dirty="0"/>
              <a:t>Permanent Magnet Manufacturing:</a:t>
            </a:r>
            <a:r>
              <a:rPr lang="en-IN" sz="1100" dirty="0"/>
              <a:t> The largest sector for critical rare earths. Purified Neodymium-Iron-Boron (NdFeB) magnets are essential for Electric Vehicle (EV) drivetrains and wind turbine generators.</a:t>
            </a:r>
          </a:p>
          <a:p>
            <a:pPr lvl="0"/>
            <a:r>
              <a:rPr lang="en-IN" sz="1100" b="1" dirty="0"/>
              <a:t>Clean Energy &amp; Battery Storage:</a:t>
            </a:r>
            <a:r>
              <a:rPr lang="en-IN" sz="1100" dirty="0"/>
              <a:t> Production of lithium-ion batteries, fuel cells, and solar photovoltaics using cobalt, nickel, lithium, and copper.</a:t>
            </a:r>
          </a:p>
          <a:p>
            <a:pPr lvl="0"/>
            <a:r>
              <a:rPr lang="en-IN" sz="1100" b="1" dirty="0"/>
              <a:t>Defence &amp; Aerospace Technologies:</a:t>
            </a:r>
            <a:r>
              <a:rPr lang="en-IN" sz="1100" dirty="0"/>
              <a:t> Sectors utilizing rare earths and specialty titanium/nickel alloys for jet engines, missile guidance systems, satellites, and night-vision optics.</a:t>
            </a:r>
          </a:p>
          <a:p>
            <a:pPr lvl="0"/>
            <a:r>
              <a:rPr lang="en-IN" sz="1100" b="1" dirty="0"/>
              <a:t>Electronics &amp; Semiconductors:</a:t>
            </a:r>
            <a:r>
              <a:rPr lang="en-IN" sz="1100" dirty="0"/>
              <a:t> Utilization of critical minerals for polishing silicon wafers, creating micro capacitors, and manufacturing displays (using europium and yttrium for phosphors).</a:t>
            </a:r>
          </a:p>
          <a:p>
            <a:r>
              <a:rPr lang="en-IN" b="1" dirty="0"/>
              <a:t>4. Cross-Cutting &amp; Support Sectors</a:t>
            </a:r>
          </a:p>
          <a:p>
            <a:pPr lvl="0"/>
            <a:r>
              <a:rPr lang="en-IN" sz="1100" b="1" dirty="0"/>
              <a:t>Mineral Recycling &amp; Circular Economy:</a:t>
            </a:r>
            <a:r>
              <a:rPr lang="en-IN" sz="1100" dirty="0"/>
              <a:t> E-waste and battery recycling sectors focused on urban mining to recover secondary rare earths, copper, and cobalt.</a:t>
            </a:r>
          </a:p>
          <a:p>
            <a:pPr lvl="0"/>
            <a:r>
              <a:rPr lang="en-IN" sz="1100" b="1" dirty="0"/>
              <a:t>Environmental &amp; Waste Management:</a:t>
            </a:r>
            <a:r>
              <a:rPr lang="en-IN" sz="1100" dirty="0"/>
              <a:t> Companies managing tailings ponds, acid mine drainage mitigation, and sustainable mine closures.</a:t>
            </a:r>
          </a:p>
          <a:p>
            <a:pPr lvl="0"/>
            <a:r>
              <a:rPr lang="en-IN" sz="1100" b="1" dirty="0"/>
              <a:t>Commodity Trading &amp; Investment:</a:t>
            </a:r>
            <a:r>
              <a:rPr lang="en-IN" sz="1100" dirty="0"/>
              <a:t> Financial institutions, metal exchanges, and venture capital firms funding resource exploration and strategic stockpiling.</a:t>
            </a:r>
          </a:p>
          <a:p>
            <a:br>
              <a:rPr lang="en-IN" sz="1100" dirty="0"/>
            </a:br>
            <a:endParaRPr lang="en-IN" sz="1100" dirty="0"/>
          </a:p>
          <a:p>
            <a:br>
              <a:rPr lang="en-IN" sz="1100" dirty="0"/>
            </a:br>
            <a:endParaRPr lang="en-IN"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548640"/>
            <a:ext cx="10698480" cy="914400"/>
          </a:xfrm>
          <a:prstGeom prst="rect">
            <a:avLst/>
          </a:prstGeom>
          <a:noFill/>
        </p:spPr>
        <p:txBody>
          <a:bodyPr wrap="square" lIns="0" tIns="0" rIns="0" bIns="0">
            <a:spAutoFit/>
          </a:bodyPr>
          <a:lstStyle/>
          <a:p>
            <a:pPr>
              <a:defRPr sz="3600" b="1">
                <a:solidFill>
                  <a:srgbClr val="1F2937"/>
                </a:solidFill>
                <a:latin typeface="Arial"/>
              </a:defRPr>
            </a:pPr>
            <a:r>
              <a:t>Target Audience &amp; Ecosystem Mapping</a:t>
            </a:r>
          </a:p>
        </p:txBody>
      </p:sp>
      <p:sp>
        <p:nvSpPr>
          <p:cNvPr id="3" name="TextBox 2"/>
          <p:cNvSpPr txBox="1"/>
          <p:nvPr/>
        </p:nvSpPr>
        <p:spPr>
          <a:xfrm>
            <a:off x="762000" y="1203468"/>
            <a:ext cx="5120640" cy="4114800"/>
          </a:xfrm>
          <a:prstGeom prst="rect">
            <a:avLst/>
          </a:prstGeom>
          <a:noFill/>
        </p:spPr>
        <p:txBody>
          <a:bodyPr wrap="square">
            <a:spAutoFit/>
          </a:bodyPr>
          <a:lstStyle/>
          <a:p>
            <a:pPr>
              <a:defRPr sz="1800" b="1">
                <a:solidFill>
                  <a:srgbClr val="2563EB"/>
                </a:solidFill>
              </a:defRPr>
            </a:pPr>
            <a:r>
              <a:rPr dirty="0"/>
              <a:t>Exhibitor Profiles</a:t>
            </a:r>
          </a:p>
          <a:p>
            <a:pPr>
              <a:spcBef>
                <a:spcPts val="800"/>
              </a:spcBef>
              <a:defRPr sz="1400">
                <a:solidFill>
                  <a:srgbClr val="1F2937"/>
                </a:solidFill>
              </a:defRPr>
            </a:pPr>
            <a:r>
              <a:rPr dirty="0"/>
              <a:t>• Global Mining Technology Providers</a:t>
            </a:r>
          </a:p>
          <a:p>
            <a:pPr>
              <a:spcBef>
                <a:spcPts val="800"/>
              </a:spcBef>
              <a:defRPr sz="1400">
                <a:solidFill>
                  <a:srgbClr val="1F2937"/>
                </a:solidFill>
              </a:defRPr>
            </a:pPr>
            <a:r>
              <a:rPr dirty="0"/>
              <a:t>• Heavy Machinery &amp; Refining Equippers</a:t>
            </a:r>
          </a:p>
          <a:p>
            <a:pPr>
              <a:spcBef>
                <a:spcPts val="800"/>
              </a:spcBef>
              <a:defRPr sz="1400">
                <a:solidFill>
                  <a:srgbClr val="1F2937"/>
                </a:solidFill>
              </a:defRPr>
            </a:pPr>
            <a:r>
              <a:rPr dirty="0"/>
              <a:t>• Geological &amp; Software Engineering Firms</a:t>
            </a:r>
          </a:p>
          <a:p>
            <a:pPr>
              <a:spcBef>
                <a:spcPts val="800"/>
              </a:spcBef>
              <a:defRPr sz="1400">
                <a:solidFill>
                  <a:srgbClr val="1F2937"/>
                </a:solidFill>
              </a:defRPr>
            </a:pPr>
            <a:r>
              <a:rPr dirty="0"/>
              <a:t>• E-Waste Processing Innovators</a:t>
            </a:r>
          </a:p>
        </p:txBody>
      </p:sp>
      <p:sp>
        <p:nvSpPr>
          <p:cNvPr id="4" name="TextBox 3"/>
          <p:cNvSpPr txBox="1"/>
          <p:nvPr/>
        </p:nvSpPr>
        <p:spPr>
          <a:xfrm>
            <a:off x="8869680" y="6208088"/>
            <a:ext cx="5120640" cy="369332"/>
          </a:xfrm>
          <a:prstGeom prst="rect">
            <a:avLst/>
          </a:prstGeom>
          <a:noFill/>
        </p:spPr>
        <p:txBody>
          <a:bodyPr wrap="square">
            <a:spAutoFit/>
          </a:bodyPr>
          <a:lstStyle/>
          <a:p>
            <a:r>
              <a:rPr lang="en-IN" dirty="0">
                <a:solidFill>
                  <a:schemeClr val="tx2">
                    <a:lumMod val="60000"/>
                    <a:lumOff val="40000"/>
                  </a:schemeClr>
                </a:solidFill>
              </a:rPr>
              <a:t>Website: www.iismexpo.Com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4372" y="536841"/>
            <a:ext cx="10698480" cy="861774"/>
          </a:xfrm>
          <a:prstGeom prst="rect">
            <a:avLst/>
          </a:prstGeom>
          <a:noFill/>
        </p:spPr>
        <p:txBody>
          <a:bodyPr wrap="square" lIns="0" tIns="0" rIns="0" bIns="0">
            <a:spAutoFit/>
          </a:bodyPr>
          <a:lstStyle/>
          <a:p>
            <a:pPr>
              <a:defRPr sz="3600" b="1">
                <a:solidFill>
                  <a:srgbClr val="1F2937"/>
                </a:solidFill>
                <a:latin typeface="Arial"/>
              </a:defRPr>
            </a:pPr>
            <a:r>
              <a:rPr dirty="0">
                <a:solidFill>
                  <a:schemeClr val="tx2">
                    <a:lumMod val="75000"/>
                  </a:schemeClr>
                </a:solidFill>
              </a:rPr>
              <a:t>Conference Agenda</a:t>
            </a:r>
            <a:r>
              <a:rPr lang="en-US" dirty="0">
                <a:solidFill>
                  <a:schemeClr val="tx2">
                    <a:lumMod val="75000"/>
                  </a:schemeClr>
                </a:solidFill>
              </a:rPr>
              <a:t>:</a:t>
            </a:r>
          </a:p>
          <a:p>
            <a:pPr>
              <a:defRPr sz="3600" b="1">
                <a:solidFill>
                  <a:srgbClr val="1F2937"/>
                </a:solidFill>
                <a:latin typeface="Arial"/>
              </a:defRPr>
            </a:pPr>
            <a:r>
              <a:rPr lang="en-US" sz="2000" dirty="0">
                <a:solidFill>
                  <a:schemeClr val="tx2">
                    <a:lumMod val="60000"/>
                    <a:lumOff val="40000"/>
                  </a:schemeClr>
                </a:solidFill>
              </a:rPr>
              <a:t>Location: Bharat Mandapam, New Delhi, India - 110001</a:t>
            </a:r>
            <a:endParaRPr sz="2000" dirty="0">
              <a:solidFill>
                <a:schemeClr val="tx2">
                  <a:lumMod val="60000"/>
                  <a:lumOff val="40000"/>
                </a:schemeClr>
              </a:solidFill>
            </a:endParaRPr>
          </a:p>
        </p:txBody>
      </p:sp>
      <p:sp>
        <p:nvSpPr>
          <p:cNvPr id="3" name="TextBox 2"/>
          <p:cNvSpPr txBox="1"/>
          <p:nvPr/>
        </p:nvSpPr>
        <p:spPr>
          <a:xfrm>
            <a:off x="564372" y="1630188"/>
            <a:ext cx="10698480" cy="3539430"/>
          </a:xfrm>
          <a:prstGeom prst="rect">
            <a:avLst/>
          </a:prstGeom>
          <a:noFill/>
        </p:spPr>
        <p:txBody>
          <a:bodyPr wrap="square">
            <a:spAutoFit/>
          </a:bodyPr>
          <a:lstStyle/>
          <a:p>
            <a:pPr>
              <a:spcBef>
                <a:spcPts val="400"/>
              </a:spcBef>
              <a:defRPr sz="1400">
                <a:solidFill>
                  <a:srgbClr val="4B5563"/>
                </a:solidFill>
              </a:defRPr>
            </a:pPr>
            <a:r>
              <a:rPr lang="en-IN" sz="2000" b="1" dirty="0">
                <a:solidFill>
                  <a:schemeClr val="tx2">
                    <a:lumMod val="75000"/>
                  </a:schemeClr>
                </a:solidFill>
              </a:rPr>
              <a:t>Day 1:</a:t>
            </a:r>
          </a:p>
          <a:p>
            <a:pPr marL="514350" indent="-514350">
              <a:spcBef>
                <a:spcPts val="400"/>
              </a:spcBef>
              <a:buFont typeface="+mj-lt"/>
              <a:buAutoNum type="romanUcPeriod"/>
              <a:defRPr sz="1400">
                <a:solidFill>
                  <a:srgbClr val="4B5563"/>
                </a:solidFill>
              </a:defRPr>
            </a:pPr>
            <a:r>
              <a:rPr lang="en-IN" sz="2000" dirty="0">
                <a:solidFill>
                  <a:srgbClr val="C00000"/>
                </a:solidFill>
              </a:rPr>
              <a:t>Bidding &amp; Block Allocation</a:t>
            </a:r>
          </a:p>
          <a:p>
            <a:pPr marL="514350" indent="-514350">
              <a:spcBef>
                <a:spcPts val="400"/>
              </a:spcBef>
              <a:buFont typeface="+mj-lt"/>
              <a:buAutoNum type="romanUcPeriod"/>
              <a:defRPr sz="1400">
                <a:solidFill>
                  <a:srgbClr val="4B5563"/>
                </a:solidFill>
              </a:defRPr>
            </a:pPr>
            <a:r>
              <a:rPr lang="en-IN" sz="2000" dirty="0">
                <a:solidFill>
                  <a:srgbClr val="C00000"/>
                </a:solidFill>
              </a:rPr>
              <a:t>Supply Chain De-risking</a:t>
            </a:r>
          </a:p>
          <a:p>
            <a:pPr marL="514350" indent="-514350">
              <a:spcBef>
                <a:spcPts val="400"/>
              </a:spcBef>
              <a:buFont typeface="+mj-lt"/>
              <a:buAutoNum type="romanUcPeriod"/>
              <a:defRPr sz="1400">
                <a:solidFill>
                  <a:srgbClr val="4B5563"/>
                </a:solidFill>
              </a:defRPr>
            </a:pPr>
            <a:r>
              <a:rPr lang="en-IN" sz="2000" dirty="0">
                <a:solidFill>
                  <a:srgbClr val="C00000"/>
                </a:solidFill>
              </a:rPr>
              <a:t>Sustainable 'Green' Mining</a:t>
            </a:r>
          </a:p>
          <a:p>
            <a:pPr>
              <a:spcBef>
                <a:spcPts val="400"/>
              </a:spcBef>
              <a:defRPr sz="1400">
                <a:solidFill>
                  <a:srgbClr val="4B5563"/>
                </a:solidFill>
              </a:defRPr>
            </a:pPr>
            <a:r>
              <a:rPr lang="en-IN" sz="2000" b="1" dirty="0">
                <a:solidFill>
                  <a:schemeClr val="tx2">
                    <a:lumMod val="75000"/>
                  </a:schemeClr>
                </a:solidFill>
              </a:rPr>
              <a:t>Day 2:</a:t>
            </a:r>
          </a:p>
          <a:p>
            <a:pPr marL="514350" indent="-514350">
              <a:spcBef>
                <a:spcPts val="400"/>
              </a:spcBef>
              <a:buFont typeface="+mj-lt"/>
              <a:buAutoNum type="romanUcPeriod"/>
              <a:defRPr sz="1400">
                <a:solidFill>
                  <a:srgbClr val="4B5563"/>
                </a:solidFill>
              </a:defRPr>
            </a:pPr>
            <a:r>
              <a:rPr lang="en-IN" sz="2000" dirty="0">
                <a:solidFill>
                  <a:srgbClr val="C00000"/>
                </a:solidFill>
              </a:rPr>
              <a:t>Policy, Investment &amp; Global Trade.</a:t>
            </a:r>
          </a:p>
          <a:p>
            <a:pPr marL="514350" indent="-514350">
              <a:spcBef>
                <a:spcPts val="400"/>
              </a:spcBef>
              <a:buFont typeface="+mj-lt"/>
              <a:buAutoNum type="romanUcPeriod"/>
              <a:defRPr sz="1400">
                <a:solidFill>
                  <a:srgbClr val="4B5563"/>
                </a:solidFill>
              </a:defRPr>
            </a:pPr>
            <a:r>
              <a:rPr lang="en-IN" sz="2000" dirty="0">
                <a:solidFill>
                  <a:srgbClr val="C00000"/>
                </a:solidFill>
              </a:rPr>
              <a:t>Exploration, Technology &amp; Processing </a:t>
            </a:r>
          </a:p>
          <a:p>
            <a:pPr marL="514350" indent="-514350">
              <a:spcBef>
                <a:spcPts val="400"/>
              </a:spcBef>
              <a:buFont typeface="+mj-lt"/>
              <a:buAutoNum type="romanUcPeriod"/>
              <a:defRPr sz="1400">
                <a:solidFill>
                  <a:srgbClr val="4B5563"/>
                </a:solidFill>
              </a:defRPr>
            </a:pPr>
            <a:r>
              <a:rPr lang="en-IN" sz="2000" dirty="0">
                <a:solidFill>
                  <a:srgbClr val="C00000"/>
                </a:solidFill>
              </a:rPr>
              <a:t>Clean Energy &amp; Low-Carbon Integration</a:t>
            </a:r>
          </a:p>
          <a:p>
            <a:pPr marL="514350" indent="-514350">
              <a:spcBef>
                <a:spcPts val="400"/>
              </a:spcBef>
              <a:buFont typeface="+mj-lt"/>
              <a:buAutoNum type="romanUcPeriod"/>
              <a:defRPr sz="1400">
                <a:solidFill>
                  <a:srgbClr val="4B5563"/>
                </a:solidFill>
              </a:defRPr>
            </a:pPr>
            <a:r>
              <a:rPr lang="en-IN" sz="2000" dirty="0">
                <a:solidFill>
                  <a:srgbClr val="C00000"/>
                </a:solidFill>
              </a:rPr>
              <a:t>Downstream Manufacturing &amp; Recycling</a:t>
            </a:r>
          </a:p>
          <a:p>
            <a:pPr>
              <a:spcBef>
                <a:spcPts val="400"/>
              </a:spcBef>
              <a:defRPr sz="1400">
                <a:solidFill>
                  <a:srgbClr val="4B5563"/>
                </a:solidFill>
              </a:defRPr>
            </a:pPr>
            <a:endParaRPr dirty="0"/>
          </a:p>
        </p:txBody>
      </p:sp>
      <p:pic>
        <p:nvPicPr>
          <p:cNvPr id="9" name="Picture 8" descr="Bharat Mandapam India Trade Promotion Organisation (ITPO), New Delhi — Events">
            <a:extLst>
              <a:ext uri="{FF2B5EF4-FFF2-40B4-BE49-F238E27FC236}">
                <a16:creationId xmlns:a16="http://schemas.microsoft.com/office/drawing/2014/main" id="{A46C6094-7366-5982-800E-6D365D264AAB}"/>
              </a:ext>
            </a:extLst>
          </p:cNvPr>
          <p:cNvPicPr>
            <a:picLocks noChangeAspect="1"/>
          </p:cNvPicPr>
          <p:nvPr/>
        </p:nvPicPr>
        <p:blipFill>
          <a:blip r:embed="rId2"/>
          <a:stretch>
            <a:fillRect/>
          </a:stretch>
        </p:blipFill>
        <p:spPr>
          <a:xfrm>
            <a:off x="7239000" y="626715"/>
            <a:ext cx="4191000" cy="2788920"/>
          </a:xfrm>
          <a:prstGeom prst="rect">
            <a:avLst/>
          </a:prstGeom>
        </p:spPr>
      </p:pic>
      <p:pic>
        <p:nvPicPr>
          <p:cNvPr id="10" name="Picture 9" descr="Bharat Mandapam - Banquet Hall &amp; Wedding Venue in Pragati Maidan">
            <a:extLst>
              <a:ext uri="{FF2B5EF4-FFF2-40B4-BE49-F238E27FC236}">
                <a16:creationId xmlns:a16="http://schemas.microsoft.com/office/drawing/2014/main" id="{E93E2140-4400-F522-8ACA-DFA2F40330CC}"/>
              </a:ext>
            </a:extLst>
          </p:cNvPr>
          <p:cNvPicPr>
            <a:picLocks noChangeAspect="1"/>
          </p:cNvPicPr>
          <p:nvPr/>
        </p:nvPicPr>
        <p:blipFill>
          <a:blip r:embed="rId3"/>
          <a:stretch>
            <a:fillRect/>
          </a:stretch>
        </p:blipFill>
        <p:spPr>
          <a:xfrm>
            <a:off x="7239000" y="3718560"/>
            <a:ext cx="4191000" cy="2590800"/>
          </a:xfrm>
          <a:prstGeom prst="rect">
            <a:avLst/>
          </a:prstGeom>
        </p:spPr>
      </p:pic>
      <p:sp>
        <p:nvSpPr>
          <p:cNvPr id="12" name="TextBox 11">
            <a:extLst>
              <a:ext uri="{FF2B5EF4-FFF2-40B4-BE49-F238E27FC236}">
                <a16:creationId xmlns:a16="http://schemas.microsoft.com/office/drawing/2014/main" id="{E2CDE02E-0408-F9B5-6BFC-15E4DE6F064C}"/>
              </a:ext>
            </a:extLst>
          </p:cNvPr>
          <p:cNvSpPr txBox="1"/>
          <p:nvPr/>
        </p:nvSpPr>
        <p:spPr>
          <a:xfrm>
            <a:off x="8691716" y="6427619"/>
            <a:ext cx="6096000" cy="369332"/>
          </a:xfrm>
          <a:prstGeom prst="rect">
            <a:avLst/>
          </a:prstGeom>
          <a:noFill/>
        </p:spPr>
        <p:txBody>
          <a:bodyPr wrap="square">
            <a:spAutoFit/>
          </a:bodyPr>
          <a:lstStyle/>
          <a:p>
            <a:r>
              <a:rPr lang="en-IN" sz="1800" dirty="0">
                <a:solidFill>
                  <a:schemeClr val="tx2">
                    <a:lumMod val="60000"/>
                    <a:lumOff val="40000"/>
                  </a:schemeClr>
                </a:solidFill>
              </a:rPr>
              <a:t>Website: www.iismexpo.Com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2FD8ADD-576C-7441-CEDB-07BDF11B8C06}"/>
              </a:ext>
            </a:extLst>
          </p:cNvPr>
          <p:cNvSpPr txBox="1"/>
          <p:nvPr/>
        </p:nvSpPr>
        <p:spPr>
          <a:xfrm>
            <a:off x="918256" y="6456352"/>
            <a:ext cx="11597343" cy="307777"/>
          </a:xfrm>
          <a:prstGeom prst="rect">
            <a:avLst/>
          </a:prstGeom>
          <a:noFill/>
        </p:spPr>
        <p:txBody>
          <a:bodyPr wrap="square">
            <a:spAutoFit/>
          </a:bodyPr>
          <a:lstStyle/>
          <a:p>
            <a:r>
              <a:rPr lang="en-US" sz="1400" b="1" dirty="0"/>
              <a:t>F</a:t>
            </a:r>
            <a:r>
              <a:rPr lang="en-IN" sz="1400" b="1" dirty="0"/>
              <a:t>or More Details and Exhibition Participation : </a:t>
            </a:r>
            <a:r>
              <a:rPr lang="en-IN" sz="1400" dirty="0">
                <a:solidFill>
                  <a:srgbClr val="C00000"/>
                </a:solidFill>
              </a:rPr>
              <a:t>WhatsApp: +91 9971587831, +91 9220803001, Email: padam@amigoconnect.com</a:t>
            </a:r>
          </a:p>
        </p:txBody>
      </p:sp>
      <p:pic>
        <p:nvPicPr>
          <p:cNvPr id="7" name="Picture 6">
            <a:extLst>
              <a:ext uri="{FF2B5EF4-FFF2-40B4-BE49-F238E27FC236}">
                <a16:creationId xmlns:a16="http://schemas.microsoft.com/office/drawing/2014/main" id="{D8DEE1F2-42AD-739E-2A2F-3FC32CEF334C}"/>
              </a:ext>
            </a:extLst>
          </p:cNvPr>
          <p:cNvPicPr>
            <a:picLocks noChangeAspect="1"/>
          </p:cNvPicPr>
          <p:nvPr/>
        </p:nvPicPr>
        <p:blipFill>
          <a:blip r:embed="rId3"/>
          <a:stretch>
            <a:fillRect/>
          </a:stretch>
        </p:blipFill>
        <p:spPr>
          <a:xfrm>
            <a:off x="918256" y="669677"/>
            <a:ext cx="10565821" cy="5763175"/>
          </a:xfrm>
          <a:prstGeom prst="rect">
            <a:avLst/>
          </a:prstGeom>
        </p:spPr>
      </p:pic>
      <p:sp>
        <p:nvSpPr>
          <p:cNvPr id="13" name="TextBox 12">
            <a:extLst>
              <a:ext uri="{FF2B5EF4-FFF2-40B4-BE49-F238E27FC236}">
                <a16:creationId xmlns:a16="http://schemas.microsoft.com/office/drawing/2014/main" id="{383364D5-1D4E-6964-ADEC-050F2937C2C8}"/>
              </a:ext>
            </a:extLst>
          </p:cNvPr>
          <p:cNvSpPr txBox="1"/>
          <p:nvPr/>
        </p:nvSpPr>
        <p:spPr>
          <a:xfrm>
            <a:off x="819933" y="49161"/>
            <a:ext cx="11793987" cy="566245"/>
          </a:xfrm>
          <a:prstGeom prst="rect">
            <a:avLst/>
          </a:prstGeom>
          <a:noFill/>
        </p:spPr>
        <p:txBody>
          <a:bodyPr wrap="square">
            <a:spAutoFit/>
          </a:bodyPr>
          <a:lstStyle/>
          <a:p>
            <a:pPr>
              <a:lnSpc>
                <a:spcPct val="200000"/>
              </a:lnSpc>
              <a:spcBef>
                <a:spcPts val="1200"/>
              </a:spcBef>
              <a:defRPr sz="1800">
                <a:solidFill>
                  <a:srgbClr val="2563EB"/>
                </a:solidFill>
                <a:latin typeface="Arial"/>
              </a:defRPr>
            </a:pPr>
            <a:r>
              <a:rPr lang="en-IN" b="1" dirty="0">
                <a:solidFill>
                  <a:srgbClr val="C00000"/>
                </a:solidFill>
                <a:latin typeface="Lucida Console" panose="020B0609040504020204" pitchFamily="49" charset="0"/>
              </a:rPr>
              <a:t>Let's collaborate to build a resilient critical mineral future.</a:t>
            </a:r>
          </a:p>
        </p:txBody>
      </p:sp>
      <p:pic>
        <p:nvPicPr>
          <p:cNvPr id="5" name="Picture 4">
            <a:extLst>
              <a:ext uri="{FF2B5EF4-FFF2-40B4-BE49-F238E27FC236}">
                <a16:creationId xmlns:a16="http://schemas.microsoft.com/office/drawing/2014/main" id="{71C2978C-38CE-EBBF-1F00-2326BAC8D333}"/>
              </a:ext>
            </a:extLst>
          </p:cNvPr>
          <p:cNvPicPr>
            <a:picLocks noChangeAspect="1"/>
          </p:cNvPicPr>
          <p:nvPr/>
        </p:nvPicPr>
        <p:blipFill>
          <a:blip r:embed="rId4"/>
          <a:stretch>
            <a:fillRect/>
          </a:stretch>
        </p:blipFill>
        <p:spPr>
          <a:xfrm>
            <a:off x="10695648" y="4391880"/>
            <a:ext cx="578096" cy="502393"/>
          </a:xfrm>
          <a:prstGeom prst="rect">
            <a:avLst/>
          </a:prstGeom>
          <a:solidFill>
            <a:schemeClr val="bg1"/>
          </a:solidFill>
          <a:ln>
            <a:noFill/>
          </a:ln>
        </p:spPr>
      </p:pic>
      <p:sp>
        <p:nvSpPr>
          <p:cNvPr id="9" name="TextBox 8">
            <a:extLst>
              <a:ext uri="{FF2B5EF4-FFF2-40B4-BE49-F238E27FC236}">
                <a16:creationId xmlns:a16="http://schemas.microsoft.com/office/drawing/2014/main" id="{93110076-BB2F-C6C7-4CF8-5090DF59188F}"/>
              </a:ext>
            </a:extLst>
          </p:cNvPr>
          <p:cNvSpPr txBox="1"/>
          <p:nvPr/>
        </p:nvSpPr>
        <p:spPr>
          <a:xfrm>
            <a:off x="9163663" y="4966017"/>
            <a:ext cx="2320414"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AMIGO</a:t>
            </a:r>
            <a:r>
              <a:rPr lang="en-US" sz="1800" dirty="0">
                <a:solidFill>
                  <a:schemeClr val="bg1">
                    <a:lumMod val="65000"/>
                  </a:schemeClr>
                </a:solidFill>
                <a:latin typeface="Arial Black" panose="020B0A04020102020204" pitchFamily="34" charset="0"/>
              </a:rPr>
              <a:t>CONNECT</a:t>
            </a:r>
            <a:endParaRPr lang="en-IN" sz="1800" dirty="0">
              <a:solidFill>
                <a:schemeClr val="bg1">
                  <a:lumMod val="65000"/>
                </a:schemeClr>
              </a:solidFill>
              <a:latin typeface="Arial Black" panose="020B0A040201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603</TotalTime>
  <Words>1851</Words>
  <Application>Microsoft Office PowerPoint</Application>
  <PresentationFormat>Widescreen</PresentationFormat>
  <Paragraphs>174</Paragraphs>
  <Slides>13</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ADLaM Display</vt:lpstr>
      <vt:lpstr>Arial</vt:lpstr>
      <vt:lpstr>Arial Black</vt:lpstr>
      <vt:lpstr>Calibri</vt:lpstr>
      <vt:lpstr>Calibri Light</vt:lpstr>
      <vt:lpstr>Lucida Console</vt:lpstr>
      <vt:lpstr>Segoe UI Black</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Satish Rai</cp:lastModifiedBy>
  <cp:revision>1</cp:revision>
  <dcterms:created xsi:type="dcterms:W3CDTF">2013-01-27T09:14:16Z</dcterms:created>
  <dcterms:modified xsi:type="dcterms:W3CDTF">2026-09-23T17:09:09Z</dcterms:modified>
  <cp:category/>
</cp:coreProperties>
</file>